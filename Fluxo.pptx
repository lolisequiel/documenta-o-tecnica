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.xml" ContentType="application/vnd.openxmlformats-officedocument.presentationml.tags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4" r:id="rId4"/>
    <p:sldMasterId id="2147483962" r:id="rId5"/>
    <p:sldMasterId id="2147484112" r:id="rId6"/>
    <p:sldMasterId id="2147484129" r:id="rId7"/>
    <p:sldMasterId id="2147484133" r:id="rId8"/>
    <p:sldMasterId id="2147484198" r:id="rId9"/>
    <p:sldMasterId id="2147484211" r:id="rId10"/>
  </p:sldMasterIdLst>
  <p:notesMasterIdLst>
    <p:notesMasterId r:id="rId12"/>
  </p:notesMasterIdLst>
  <p:handoutMasterIdLst>
    <p:handoutMasterId r:id="rId13"/>
  </p:handoutMasterIdLst>
  <p:sldIdLst>
    <p:sldId id="2147473191" r:id="rId11"/>
  </p:sldIdLst>
  <p:sldSz cx="14471650" cy="8928100"/>
  <p:notesSz cx="6858000" cy="9144000"/>
  <p:defaultTextStyle>
    <a:defPPr>
      <a:defRPr lang="pt-BR"/>
    </a:defPPr>
    <a:lvl1pPr marL="0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1pPr>
    <a:lvl2pPr marL="551144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2pPr>
    <a:lvl3pPr marL="1102289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3pPr>
    <a:lvl4pPr marL="1653432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4pPr>
    <a:lvl5pPr marL="2204576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5pPr>
    <a:lvl6pPr marL="2755722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6pPr>
    <a:lvl7pPr marL="3306866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7pPr>
    <a:lvl8pPr marL="3858010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8pPr>
    <a:lvl9pPr marL="4409154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E6C802B-6A07-40D9-A4E2-1488AD3D646C}">
          <p14:sldIdLst>
            <p14:sldId id="214747319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78370A"/>
    <a:srgbClr val="97450D"/>
    <a:srgbClr val="03575D"/>
    <a:srgbClr val="DDF0FF"/>
    <a:srgbClr val="002B4C"/>
    <a:srgbClr val="0CE7F8"/>
    <a:srgbClr val="03727B"/>
    <a:srgbClr val="BF9000"/>
    <a:srgbClr val="8BC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24C4EB-CD13-D241-9CBE-67514D85CDD2}" v="2" dt="2026-02-10T15:40:24.800"/>
    <p1510:client id="{4F8728FB-5E5D-2E1F-C2E1-1C167983D04B}" v="40" dt="2026-02-10T16:24:05.591"/>
    <p1510:client id="{59AF428E-A4B6-3C1E-F93C-DEE867E7A791}" v="3" dt="2026-02-10T15:58:5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89791" autoAdjust="0"/>
  </p:normalViewPr>
  <p:slideViewPr>
    <p:cSldViewPr snapToGrid="0">
      <p:cViewPr varScale="1">
        <p:scale>
          <a:sx n="44" d="100"/>
          <a:sy n="44" d="100"/>
        </p:scale>
        <p:origin x="1320" y="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ED63056-B7ED-7694-EB6D-28B053281F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6274615-8275-305F-11CA-A491B0C646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77312-7DF0-4FB1-84ED-5132B487A69A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B66427E-FE5D-A8F2-0612-52E0DBE1AD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A27DB68-486A-7F45-AC4F-4E36F01939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D4DF0-07FC-4A6A-958B-F483BA52F9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14430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F2057-093C-415D-8064-3E2E9AD01508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1143000"/>
            <a:ext cx="5003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9718DB-1854-41AA-8D62-E3265E0FAD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50751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1pPr>
    <a:lvl2pPr marL="551144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2pPr>
    <a:lvl3pPr marL="1102289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3pPr>
    <a:lvl4pPr marL="1653432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4pPr>
    <a:lvl5pPr marL="2204576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5pPr>
    <a:lvl6pPr marL="2755722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6pPr>
    <a:lvl7pPr marL="3306866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7pPr>
    <a:lvl8pPr marL="3858010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8pPr>
    <a:lvl9pPr marL="4409154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9718DB-1854-41AA-8D62-E3265E0FAD5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0926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10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8" descr="Picture 18">
            <a:extLst>
              <a:ext uri="{FF2B5EF4-FFF2-40B4-BE49-F238E27FC236}">
                <a16:creationId xmlns:a16="http://schemas.microsoft.com/office/drawing/2014/main" id="{79F16986-6361-47E3-9295-FBA49852FE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7137" y="825831"/>
            <a:ext cx="9828576" cy="7470737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11">
            <a:extLst>
              <a:ext uri="{FF2B5EF4-FFF2-40B4-BE49-F238E27FC236}">
                <a16:creationId xmlns:a16="http://schemas.microsoft.com/office/drawing/2014/main" id="{50F8AF63-D39C-4C75-94FF-F753F6B323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241" y="-61259"/>
            <a:ext cx="14571894" cy="8989360"/>
          </a:xfrm>
          <a:prstGeom prst="rect">
            <a:avLst/>
          </a:prstGeom>
        </p:spPr>
      </p:pic>
      <p:pic>
        <p:nvPicPr>
          <p:cNvPr id="14" name="Picture 12">
            <a:extLst>
              <a:ext uri="{FF2B5EF4-FFF2-40B4-BE49-F238E27FC236}">
                <a16:creationId xmlns:a16="http://schemas.microsoft.com/office/drawing/2014/main" id="{C47A4CC5-6131-40EC-988C-5AE8EC0F3E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998" y="1561667"/>
            <a:ext cx="1982444" cy="496005"/>
          </a:xfrm>
          <a:prstGeom prst="rect">
            <a:avLst/>
          </a:prstGeom>
        </p:spPr>
      </p:pic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714B4E1B-67BB-410D-B408-183A7D819A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48609" y="7144645"/>
            <a:ext cx="4289272" cy="352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1899" b="1" i="0" kern="1200" dirty="0" smtClean="0">
                <a:solidFill>
                  <a:srgbClr val="7FE06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Nome da Área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DEE0AE1D-30A7-492E-BCF0-50DFE2DF83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37880" y="7227005"/>
            <a:ext cx="1178416" cy="27060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68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Mês/Ano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4EF7998-B93E-46EE-83B9-3A0D3AF2D3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8870" y="4792981"/>
            <a:ext cx="5233619" cy="1942254"/>
          </a:xfrm>
          <a:prstGeom prst="rect">
            <a:avLst/>
          </a:prstGeom>
        </p:spPr>
        <p:txBody>
          <a:bodyPr/>
          <a:lstStyle>
            <a:lvl1pPr marL="0" indent="943" algn="l">
              <a:buFontTx/>
              <a:buNone/>
              <a:defRPr sz="2849" b="1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Comece com um título matador</a:t>
            </a:r>
          </a:p>
        </p:txBody>
      </p:sp>
    </p:spTree>
    <p:extLst>
      <p:ext uri="{BB962C8B-B14F-4D97-AF65-F5344CB8AC3E}">
        <p14:creationId xmlns:p14="http://schemas.microsoft.com/office/powerpoint/2010/main" val="3403425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24" userDrawn="1">
          <p15:clr>
            <a:srgbClr val="FBAE40"/>
          </p15:clr>
        </p15:guide>
        <p15:guide id="2" pos="911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8">
            <a:extLst>
              <a:ext uri="{FF2B5EF4-FFF2-40B4-BE49-F238E27FC236}">
                <a16:creationId xmlns:a16="http://schemas.microsoft.com/office/drawing/2014/main" id="{ACC7B69C-3CB7-4B28-B849-A6A00B219F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14471650" cy="8928100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8B06505-A91B-41BA-AE24-E7A9A8904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298" y="8258944"/>
            <a:ext cx="3256122" cy="475339"/>
          </a:xfrm>
          <a:prstGeom prst="rect">
            <a:avLst/>
          </a:prstGeom>
        </p:spPr>
        <p:txBody>
          <a:bodyPr/>
          <a:lstStyle/>
          <a:p>
            <a:fld id="{8CCFD6E2-36FF-FA42-8476-A87A4463E622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C7D1644B-88F5-4779-AA26-929033F580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81" y="4626129"/>
            <a:ext cx="8992605" cy="3571240"/>
          </a:xfrm>
          <a:prstGeom prst="rect">
            <a:avLst/>
          </a:prstGeom>
        </p:spPr>
      </p:pic>
      <p:pic>
        <p:nvPicPr>
          <p:cNvPr id="6" name="Picture 11">
            <a:extLst>
              <a:ext uri="{FF2B5EF4-FFF2-40B4-BE49-F238E27FC236}">
                <a16:creationId xmlns:a16="http://schemas.microsoft.com/office/drawing/2014/main" id="{008E080F-F169-4077-977A-DD0B0F8C4BC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163" y="4626129"/>
            <a:ext cx="3256333" cy="3571240"/>
          </a:xfrm>
          <a:prstGeom prst="rect">
            <a:avLst/>
          </a:prstGeom>
        </p:spPr>
      </p:pic>
      <p:pic>
        <p:nvPicPr>
          <p:cNvPr id="7" name="Picture 13">
            <a:extLst>
              <a:ext uri="{FF2B5EF4-FFF2-40B4-BE49-F238E27FC236}">
                <a16:creationId xmlns:a16="http://schemas.microsoft.com/office/drawing/2014/main" id="{5B5C02EE-06BB-450D-8043-42A6B8B1E05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7567" y="689685"/>
            <a:ext cx="1982444" cy="496005"/>
          </a:xfrm>
          <a:prstGeom prst="rect">
            <a:avLst/>
          </a:prstGeom>
        </p:spPr>
      </p:pic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92F80183-635E-437A-8198-B3C66E7567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28346" y="5060908"/>
            <a:ext cx="2644889" cy="9522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1899" b="1" i="0" kern="1200" dirty="0" smtClean="0">
                <a:solidFill>
                  <a:srgbClr val="7FE06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Nome da Área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55C2D34D-7AC9-4411-961F-258A2AF2A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28344" y="7490555"/>
            <a:ext cx="1178416" cy="27060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68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Mês/Ano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6C0C9EE-D8CD-4DB5-827F-0174C8EE7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8420" y="5091165"/>
            <a:ext cx="6832329" cy="1950281"/>
          </a:xfrm>
          <a:prstGeom prst="rect">
            <a:avLst/>
          </a:prstGeom>
        </p:spPr>
        <p:txBody>
          <a:bodyPr/>
          <a:lstStyle>
            <a:lvl1pPr>
              <a:defRPr lang="pt-BR" sz="3205" b="1">
                <a:solidFill>
                  <a:schemeClr val="bg1"/>
                </a:solidFill>
              </a:defRPr>
            </a:lvl1pPr>
          </a:lstStyle>
          <a:p>
            <a:pPr marL="0" marR="0" lvl="0" indent="0" algn="l" defTabSz="1085326" rtl="0" eaLnBrk="1" fontAlgn="auto" latinLnBrk="0" hangingPunct="1">
              <a:lnSpc>
                <a:spcPct val="90000"/>
              </a:lnSpc>
              <a:spcBef>
                <a:spcPts val="11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3561">
                <a:solidFill>
                  <a:schemeClr val="bg1"/>
                </a:solidFill>
                <a:latin typeface="Verdana" panose="020B0604030504040204" pitchFamily="34" charset="0"/>
              </a:rPr>
              <a:t>Comece com um título matador</a:t>
            </a:r>
          </a:p>
        </p:txBody>
      </p:sp>
    </p:spTree>
    <p:extLst>
      <p:ext uri="{BB962C8B-B14F-4D97-AF65-F5344CB8AC3E}">
        <p14:creationId xmlns:p14="http://schemas.microsoft.com/office/powerpoint/2010/main" val="312454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4">
    <p:bg>
      <p:bgPr>
        <a:solidFill>
          <a:srgbClr val="0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1E776B5F-07E4-4673-A281-5A337CB8AE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88" y="2785263"/>
            <a:ext cx="12595678" cy="5158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9E88FD-CAAE-411C-902D-1F4DBC93A2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1222" y="858472"/>
            <a:ext cx="1982444" cy="496005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FCA99705-0A4D-4D0A-97CD-5DECD681F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548" y="3220792"/>
            <a:ext cx="6832329" cy="1950281"/>
          </a:xfrm>
          <a:prstGeom prst="rect">
            <a:avLst/>
          </a:prstGeom>
        </p:spPr>
        <p:txBody>
          <a:bodyPr/>
          <a:lstStyle>
            <a:lvl1pPr>
              <a:defRPr lang="pt-BR" sz="3561" b="1">
                <a:solidFill>
                  <a:schemeClr val="bg1"/>
                </a:solidFill>
              </a:defRPr>
            </a:lvl1pPr>
          </a:lstStyle>
          <a:p>
            <a:pPr marL="0" marR="0" lvl="0" indent="0" algn="l" defTabSz="1085326" rtl="0" eaLnBrk="1" fontAlgn="auto" latinLnBrk="0" hangingPunct="1">
              <a:lnSpc>
                <a:spcPct val="90000"/>
              </a:lnSpc>
              <a:spcBef>
                <a:spcPts val="11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3561">
                <a:solidFill>
                  <a:schemeClr val="bg1"/>
                </a:solidFill>
                <a:latin typeface="Verdana" panose="020B0604030504040204" pitchFamily="34" charset="0"/>
              </a:rPr>
              <a:t>Comece com um título matador</a:t>
            </a:r>
          </a:p>
        </p:txBody>
      </p:sp>
      <p:sp>
        <p:nvSpPr>
          <p:cNvPr id="10" name="Espaço Reservado para Texto 15">
            <a:extLst>
              <a:ext uri="{FF2B5EF4-FFF2-40B4-BE49-F238E27FC236}">
                <a16:creationId xmlns:a16="http://schemas.microsoft.com/office/drawing/2014/main" id="{3A73E3D2-A04A-4E38-AF45-F70EDFAB84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90379" y="6645797"/>
            <a:ext cx="1964612" cy="952209"/>
          </a:xfrm>
          <a:prstGeom prst="rect">
            <a:avLst/>
          </a:prstGeom>
        </p:spPr>
        <p:txBody>
          <a:bodyPr anchor="t">
            <a:noAutofit/>
          </a:bodyPr>
          <a:lstStyle>
            <a:lvl1pPr marL="271332" indent="-271332">
              <a:buFont typeface="Arial" panose="020B0604020202020204" pitchFamily="34" charset="0"/>
              <a:buChar char="•"/>
              <a:defRPr lang="pt-BR" sz="1899" b="1" i="0" dirty="0">
                <a:solidFill>
                  <a:srgbClr val="003864"/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Nome da Área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ADBAC3BE-3C41-44D5-BE14-1BE4858AB1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57249" y="7248828"/>
            <a:ext cx="1178416" cy="27060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68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Mês/Ano</a:t>
            </a:r>
          </a:p>
        </p:txBody>
      </p:sp>
    </p:spTree>
    <p:extLst>
      <p:ext uri="{BB962C8B-B14F-4D97-AF65-F5344CB8AC3E}">
        <p14:creationId xmlns:p14="http://schemas.microsoft.com/office/powerpoint/2010/main" val="1584182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ão Capítulo 1">
    <p:bg>
      <p:bgPr>
        <a:solidFill>
          <a:srgbClr val="0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">
            <a:extLst>
              <a:ext uri="{FF2B5EF4-FFF2-40B4-BE49-F238E27FC236}">
                <a16:creationId xmlns:a16="http://schemas.microsoft.com/office/drawing/2014/main" id="{9D476355-6AE4-475E-B4FE-3FC22E6ACC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15" y="6196941"/>
            <a:ext cx="12678593" cy="1802154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CA4B4CBA-C08D-4A44-AE31-1D7DD7B21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699" y="2185262"/>
            <a:ext cx="11854973" cy="2729010"/>
          </a:xfrm>
          <a:prstGeom prst="rect">
            <a:avLst/>
          </a:prstGeom>
        </p:spPr>
        <p:txBody>
          <a:bodyPr/>
          <a:lstStyle>
            <a:lvl1pPr>
              <a:lnSpc>
                <a:spcPts val="12500"/>
              </a:lnSpc>
              <a:defRPr lang="pt-BR" sz="5460" b="1" i="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12500"/>
              </a:lnSpc>
            </a:pPr>
            <a:r>
              <a:rPr lang="pt-BR" sz="5460">
                <a:solidFill>
                  <a:schemeClr val="bg1"/>
                </a:solidFill>
                <a:latin typeface="Verdana" panose="020B0604030504040204" pitchFamily="34" charset="0"/>
              </a:rPr>
              <a:t>Coloque aqui o título do capítulo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4A69C8-1909-467B-99AF-8D5FF798A2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914" y="4957103"/>
            <a:ext cx="5170819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493">
                <a:solidFill>
                  <a:srgbClr val="32A6E6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2372228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ão Capítulo 2">
    <p:bg>
      <p:bgPr>
        <a:solidFill>
          <a:srgbClr val="0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7DCDFE-811B-4DED-9A22-436DF65C1D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2"/>
          <a:stretch/>
        </p:blipFill>
        <p:spPr>
          <a:xfrm>
            <a:off x="7235824" y="291"/>
            <a:ext cx="7235826" cy="892752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5557F2B8-5EB2-4C1B-9031-790820BE13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695" y="2185262"/>
            <a:ext cx="6322708" cy="5106023"/>
          </a:xfrm>
          <a:prstGeom prst="rect">
            <a:avLst/>
          </a:prstGeom>
        </p:spPr>
        <p:txBody>
          <a:bodyPr/>
          <a:lstStyle>
            <a:lvl1pPr>
              <a:lnSpc>
                <a:spcPts val="12500"/>
              </a:lnSpc>
              <a:defRPr lang="pt-BR" sz="5460" b="1" i="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12500"/>
              </a:lnSpc>
            </a:pPr>
            <a:r>
              <a:rPr lang="pt-BR" sz="5460">
                <a:solidFill>
                  <a:schemeClr val="bg1"/>
                </a:solidFill>
                <a:latin typeface="Verdana" panose="020B0604030504040204" pitchFamily="34" charset="0"/>
              </a:rPr>
              <a:t>Coloque aqui o título do capítulo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53C8DD6D-C167-4D4D-A747-E6F03BB57D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914" y="7826847"/>
            <a:ext cx="5170819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493">
                <a:solidFill>
                  <a:srgbClr val="32A6E6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29567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ão Cap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Uma imagem contendo Gráfico&#10;&#10;Descrição gerada automaticamente">
            <a:extLst>
              <a:ext uri="{FF2B5EF4-FFF2-40B4-BE49-F238E27FC236}">
                <a16:creationId xmlns:a16="http://schemas.microsoft.com/office/drawing/2014/main" id="{B42D6C9F-4A5F-4BF5-8F11-4CD9AE2C6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7235827" y="0"/>
            <a:ext cx="7236296" cy="8928100"/>
          </a:xfrm>
          <a:prstGeom prst="rect">
            <a:avLst/>
          </a:prstGeom>
        </p:spPr>
      </p:pic>
      <p:sp>
        <p:nvSpPr>
          <p:cNvPr id="20" name="Título 19">
            <a:extLst>
              <a:ext uri="{FF2B5EF4-FFF2-40B4-BE49-F238E27FC236}">
                <a16:creationId xmlns:a16="http://schemas.microsoft.com/office/drawing/2014/main" id="{FA6347C4-0EE2-4A37-8230-AB87783129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699" y="2205868"/>
            <a:ext cx="6322709" cy="5121181"/>
          </a:xfrm>
          <a:prstGeom prst="rect">
            <a:avLst/>
          </a:prstGeom>
        </p:spPr>
        <p:txBody>
          <a:bodyPr/>
          <a:lstStyle>
            <a:lvl1pPr>
              <a:defRPr lang="pt-BR" sz="5460" b="1" i="0">
                <a:solidFill>
                  <a:srgbClr val="003864"/>
                </a:solidFill>
              </a:defRPr>
            </a:lvl1pPr>
          </a:lstStyle>
          <a:p>
            <a:pPr marL="0" lvl="0">
              <a:lnSpc>
                <a:spcPts val="7419"/>
              </a:lnSpc>
            </a:pPr>
            <a:r>
              <a:rPr lang="pt-BR"/>
              <a:t>Coloque aqui o título do capítulo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48A9DCE1-A5BC-49A3-8340-419315C084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914" y="7826847"/>
            <a:ext cx="5170819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493">
                <a:solidFill>
                  <a:srgbClr val="32A6E6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3228423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24" userDrawn="1">
          <p15:clr>
            <a:srgbClr val="FBAE40"/>
          </p15:clr>
        </p15:guide>
        <p15:guide id="2" pos="911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ão Capítulo 4">
    <p:bg>
      <p:bgPr>
        <a:solidFill>
          <a:srgbClr val="0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, Quadrado&#10;&#10;Descrição gerada automaticamente">
            <a:extLst>
              <a:ext uri="{FF2B5EF4-FFF2-40B4-BE49-F238E27FC236}">
                <a16:creationId xmlns:a16="http://schemas.microsoft.com/office/drawing/2014/main" id="{E1C9D296-AF5F-453B-A0F4-FDBD8FA690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06" r="1"/>
          <a:stretch/>
        </p:blipFill>
        <p:spPr>
          <a:xfrm>
            <a:off x="7265475" y="3"/>
            <a:ext cx="7206177" cy="892781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9EF20B99-6BF2-4AEA-B309-B76DB2CD1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695" y="2185263"/>
            <a:ext cx="6322708" cy="5148536"/>
          </a:xfrm>
          <a:prstGeom prst="rect">
            <a:avLst/>
          </a:prstGeom>
        </p:spPr>
        <p:txBody>
          <a:bodyPr/>
          <a:lstStyle>
            <a:lvl1pPr>
              <a:lnSpc>
                <a:spcPts val="12500"/>
              </a:lnSpc>
              <a:defRPr lang="pt-BR" sz="5460" b="1" i="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12500"/>
              </a:lnSpc>
            </a:pPr>
            <a:r>
              <a:rPr lang="pt-BR" sz="5460">
                <a:solidFill>
                  <a:schemeClr val="bg1"/>
                </a:solidFill>
                <a:latin typeface="Verdana" panose="020B0604030504040204" pitchFamily="34" charset="0"/>
              </a:rPr>
              <a:t>Coloque aqui o título do capítulo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5352AE87-B9CA-41EC-9E37-DBCC230C46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914" y="7826847"/>
            <a:ext cx="5170819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493">
                <a:solidFill>
                  <a:srgbClr val="32A6E6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274735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24" userDrawn="1">
          <p15:clr>
            <a:srgbClr val="FBAE40"/>
          </p15:clr>
        </p15:guide>
        <p15:guide id="2" pos="914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ão Capítulo 5">
    <p:bg>
      <p:bgPr>
        <a:solidFill>
          <a:srgbClr val="7FE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verde&#10;&#10;Descrição gerada automaticamente">
            <a:extLst>
              <a:ext uri="{FF2B5EF4-FFF2-40B4-BE49-F238E27FC236}">
                <a16:creationId xmlns:a16="http://schemas.microsoft.com/office/drawing/2014/main" id="{118D3972-4ADA-408D-AA85-B94938750D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7235824" y="291"/>
            <a:ext cx="7235826" cy="892752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0A20C4A-FD2E-4B6A-A475-BFCDDA492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695" y="2185261"/>
            <a:ext cx="6322708" cy="5127279"/>
          </a:xfrm>
          <a:prstGeom prst="rect">
            <a:avLst/>
          </a:prstGeom>
        </p:spPr>
        <p:txBody>
          <a:bodyPr/>
          <a:lstStyle>
            <a:lvl1pPr>
              <a:lnSpc>
                <a:spcPts val="12500"/>
              </a:lnSpc>
              <a:defRPr lang="pt-BR" sz="5460" b="1" i="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12500"/>
              </a:lnSpc>
            </a:pPr>
            <a:r>
              <a:rPr lang="pt-BR" sz="5460">
                <a:solidFill>
                  <a:schemeClr val="bg1"/>
                </a:solidFill>
                <a:latin typeface="Verdana" panose="020B0604030504040204" pitchFamily="34" charset="0"/>
              </a:rPr>
              <a:t>Coloque aqui o título do capítulo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4039DF22-14C3-4550-93A0-653623802E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914" y="7826847"/>
            <a:ext cx="5170819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493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1121217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ão Capítulo 6">
    <p:bg>
      <p:bgPr>
        <a:solidFill>
          <a:srgbClr val="FB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">
            <a:extLst>
              <a:ext uri="{FF2B5EF4-FFF2-40B4-BE49-F238E27FC236}">
                <a16:creationId xmlns:a16="http://schemas.microsoft.com/office/drawing/2014/main" id="{C30BB832-4B4A-4C3A-9C94-759DA54859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7235824" y="291"/>
            <a:ext cx="7235826" cy="8927520"/>
          </a:xfrm>
          <a:prstGeom prst="rect">
            <a:avLst/>
          </a:prstGeom>
        </p:spPr>
      </p:pic>
      <p:sp>
        <p:nvSpPr>
          <p:cNvPr id="13" name="Título 19">
            <a:extLst>
              <a:ext uri="{FF2B5EF4-FFF2-40B4-BE49-F238E27FC236}">
                <a16:creationId xmlns:a16="http://schemas.microsoft.com/office/drawing/2014/main" id="{8D787F02-8382-465B-A092-14A738E325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699" y="2205868"/>
            <a:ext cx="6322709" cy="5121181"/>
          </a:xfrm>
          <a:prstGeom prst="rect">
            <a:avLst/>
          </a:prstGeom>
        </p:spPr>
        <p:txBody>
          <a:bodyPr/>
          <a:lstStyle>
            <a:lvl1pPr>
              <a:defRPr lang="pt-BR" sz="5460" b="1" i="0">
                <a:solidFill>
                  <a:srgbClr val="003864"/>
                </a:solidFill>
              </a:defRPr>
            </a:lvl1pPr>
          </a:lstStyle>
          <a:p>
            <a:pPr marL="0" lvl="0">
              <a:lnSpc>
                <a:spcPts val="7419"/>
              </a:lnSpc>
            </a:pPr>
            <a:r>
              <a:rPr lang="pt-BR"/>
              <a:t>Coloque aqui o título do capítulo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6EB6893C-1BC9-41EB-B44E-CC67B7CA20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914" y="7826847"/>
            <a:ext cx="5170819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493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198201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ão Capítulo 7">
    <p:bg>
      <p:bgPr>
        <a:solidFill>
          <a:srgbClr val="32A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3476EE-4024-48F3-BF7A-6C1DBCC4C8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7235824" y="291"/>
            <a:ext cx="7235826" cy="892752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D446841C-EC1F-4BF9-B7ED-6757359E5A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695" y="2185263"/>
            <a:ext cx="6322708" cy="5148536"/>
          </a:xfrm>
          <a:prstGeom prst="rect">
            <a:avLst/>
          </a:prstGeom>
        </p:spPr>
        <p:txBody>
          <a:bodyPr/>
          <a:lstStyle>
            <a:lvl1pPr>
              <a:lnSpc>
                <a:spcPts val="12500"/>
              </a:lnSpc>
              <a:defRPr lang="pt-BR" sz="5460" b="1" i="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12500"/>
              </a:lnSpc>
            </a:pPr>
            <a:r>
              <a:rPr lang="pt-BR" sz="5460">
                <a:solidFill>
                  <a:schemeClr val="bg1"/>
                </a:solidFill>
                <a:latin typeface="Verdana" panose="020B0604030504040204" pitchFamily="34" charset="0"/>
              </a:rPr>
              <a:t>Coloque aqui o título do capítulo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1DD27314-AC3D-4B04-8F8D-43CB66B93D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914" y="7826847"/>
            <a:ext cx="5170819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493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4124291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são Capítul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>
            <a:extLst>
              <a:ext uri="{FF2B5EF4-FFF2-40B4-BE49-F238E27FC236}">
                <a16:creationId xmlns:a16="http://schemas.microsoft.com/office/drawing/2014/main" id="{7C4F4835-521A-466B-A0AB-BACEA8409C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72" y="972693"/>
            <a:ext cx="4213635" cy="6877944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3EB94B40-2375-4B29-A43D-C995C374AC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6126" y="2880809"/>
            <a:ext cx="3600755" cy="3493667"/>
          </a:xfrm>
          <a:prstGeom prst="rect">
            <a:avLst/>
          </a:prstGeom>
        </p:spPr>
        <p:txBody>
          <a:bodyPr/>
          <a:lstStyle>
            <a:lvl1pPr>
              <a:defRPr lang="pt-BR" sz="4274" b="1">
                <a:solidFill>
                  <a:schemeClr val="bg1"/>
                </a:solidFill>
              </a:defRPr>
            </a:lvl1pPr>
          </a:lstStyle>
          <a:p>
            <a:pPr marL="0" marR="0" lvl="0" indent="0" algn="l" defTabSz="1085326" rtl="0" eaLnBrk="1" fontAlgn="auto" latinLnBrk="0" hangingPunct="1">
              <a:lnSpc>
                <a:spcPct val="90000"/>
              </a:lnSpc>
              <a:spcBef>
                <a:spcPts val="11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4274">
                <a:solidFill>
                  <a:schemeClr val="bg1"/>
                </a:solidFill>
                <a:latin typeface="Verdana" panose="020B0604030504040204" pitchFamily="34" charset="0"/>
              </a:rPr>
              <a:t>Coloque aqui o Título do Slide</a:t>
            </a:r>
            <a:endParaRPr lang="pt-BR" sz="3561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6AE4C149-E4CB-491C-BD40-F34ACAFDDD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6126" y="6681439"/>
            <a:ext cx="3600755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899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1269602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1">
    <p:bg>
      <p:bgPr>
        <a:solidFill>
          <a:srgbClr val="32A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6">
            <a:extLst>
              <a:ext uri="{FF2B5EF4-FFF2-40B4-BE49-F238E27FC236}">
                <a16:creationId xmlns:a16="http://schemas.microsoft.com/office/drawing/2014/main" id="{E92F1CD4-B526-4B49-B52A-C4A1A2E58093}"/>
              </a:ext>
            </a:extLst>
          </p:cNvPr>
          <p:cNvSpPr txBox="1"/>
          <p:nvPr userDrawn="1"/>
        </p:nvSpPr>
        <p:spPr>
          <a:xfrm>
            <a:off x="1399987" y="3842512"/>
            <a:ext cx="4589341" cy="1266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597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Agenda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5EC67390-EB51-495A-84E8-658C0D2425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74773" y="1763921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1 | Clique para editar</a:t>
            </a:r>
          </a:p>
        </p:txBody>
      </p:sp>
      <p:sp>
        <p:nvSpPr>
          <p:cNvPr id="15" name="Espaço Reservado para Texto 2">
            <a:extLst>
              <a:ext uri="{FF2B5EF4-FFF2-40B4-BE49-F238E27FC236}">
                <a16:creationId xmlns:a16="http://schemas.microsoft.com/office/drawing/2014/main" id="{E7FDCEFD-E2CA-402B-B9C7-D2C2CEA5D2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4773" y="2425520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2 | Clique para editar</a:t>
            </a:r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81A87CB0-F357-4E5D-BFFE-E8F2EEB6BD4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74773" y="3087123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3 | Clique para editar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C8678F7F-8CCA-48BB-BF55-2149F31AAE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74773" y="3748724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4 | Clique para editar</a:t>
            </a:r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11B70080-31E8-48F2-856A-46B33F8887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74773" y="4410325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5 | Clique para editar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597C41FD-C969-464B-BDB2-9CBDC35984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74773" y="5071926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6 | Clique para editar</a:t>
            </a:r>
          </a:p>
        </p:txBody>
      </p:sp>
      <p:sp>
        <p:nvSpPr>
          <p:cNvPr id="20" name="Espaço Reservado para Texto 2">
            <a:extLst>
              <a:ext uri="{FF2B5EF4-FFF2-40B4-BE49-F238E27FC236}">
                <a16:creationId xmlns:a16="http://schemas.microsoft.com/office/drawing/2014/main" id="{2B98A908-3DEE-43CD-AE64-51EBEB358A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4773" y="5733528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7 | Clique para editar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DEB21239-CDDB-4631-89DA-D813D5F63FA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74773" y="6395128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8 | Clique para editar</a:t>
            </a:r>
          </a:p>
        </p:txBody>
      </p:sp>
    </p:spTree>
    <p:extLst>
      <p:ext uri="{BB962C8B-B14F-4D97-AF65-F5344CB8AC3E}">
        <p14:creationId xmlns:p14="http://schemas.microsoft.com/office/powerpoint/2010/main" val="3322982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2">
    <p:bg>
      <p:bgPr>
        <a:solidFill>
          <a:srgbClr val="BDCC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6">
            <a:extLst>
              <a:ext uri="{FF2B5EF4-FFF2-40B4-BE49-F238E27FC236}">
                <a16:creationId xmlns:a16="http://schemas.microsoft.com/office/drawing/2014/main" id="{0B795681-A1AA-409D-80F1-7B5D7F766DD3}"/>
              </a:ext>
            </a:extLst>
          </p:cNvPr>
          <p:cNvSpPr txBox="1"/>
          <p:nvPr userDrawn="1"/>
        </p:nvSpPr>
        <p:spPr>
          <a:xfrm>
            <a:off x="1399987" y="3842512"/>
            <a:ext cx="4589341" cy="1266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597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Agenda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7F253E74-3FB5-4382-A28E-E8361BB790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74773" y="1763921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1 | Clique para editar</a:t>
            </a:r>
          </a:p>
        </p:txBody>
      </p:sp>
      <p:sp>
        <p:nvSpPr>
          <p:cNvPr id="15" name="Espaço Reservado para Texto 2">
            <a:extLst>
              <a:ext uri="{FF2B5EF4-FFF2-40B4-BE49-F238E27FC236}">
                <a16:creationId xmlns:a16="http://schemas.microsoft.com/office/drawing/2014/main" id="{FC16E93C-6A82-4169-905C-B7C1EC4634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4773" y="2425520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2 | Clique para editar</a:t>
            </a:r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EE1D8CA6-6691-4F00-A2C4-D5535227F7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74773" y="3087123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3 | Clique para editar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C45FD7F3-EFAA-4F7E-BC40-7A669CF275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74773" y="3748724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4 | Clique para editar</a:t>
            </a:r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F89B7A15-2414-4099-90DC-EF775494928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74773" y="4410325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5 | Clique para editar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F739DF36-B1DA-4735-9C11-CD0552BB623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74773" y="5071926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6 | Clique para editar</a:t>
            </a:r>
          </a:p>
        </p:txBody>
      </p:sp>
      <p:sp>
        <p:nvSpPr>
          <p:cNvPr id="20" name="Espaço Reservado para Texto 2">
            <a:extLst>
              <a:ext uri="{FF2B5EF4-FFF2-40B4-BE49-F238E27FC236}">
                <a16:creationId xmlns:a16="http://schemas.microsoft.com/office/drawing/2014/main" id="{FC3A6551-90C5-433D-A8EB-8C0D847A203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4773" y="5733528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7 | Clique para editar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04D77ADA-9EA5-4A17-B055-FE3C8818C37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74773" y="6395128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8 | Clique para editar</a:t>
            </a:r>
          </a:p>
        </p:txBody>
      </p:sp>
    </p:spTree>
    <p:extLst>
      <p:ext uri="{BB962C8B-B14F-4D97-AF65-F5344CB8AC3E}">
        <p14:creationId xmlns:p14="http://schemas.microsoft.com/office/powerpoint/2010/main" val="1846493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8743" y="407139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8743" y="743567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849" b="1">
                <a:solidFill>
                  <a:srgbClr val="32A6E6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79690A1-DCE1-618B-1A4A-A6D727F79229}"/>
              </a:ext>
            </a:extLst>
          </p:cNvPr>
          <p:cNvCxnSpPr/>
          <p:nvPr userDrawn="1"/>
        </p:nvCxnSpPr>
        <p:spPr>
          <a:xfrm>
            <a:off x="558741" y="1322654"/>
            <a:ext cx="13386037" cy="0"/>
          </a:xfrm>
          <a:prstGeom prst="line">
            <a:avLst/>
          </a:prstGeom>
          <a:ln w="254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497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C5AA1BC8-AC68-45C7-85FF-29478837BA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2DB9678-F7CE-4D1C-B9AD-6225166BCE69}"/>
              </a:ext>
            </a:extLst>
          </p:cNvPr>
          <p:cNvSpPr txBox="1">
            <a:spLocks/>
          </p:cNvSpPr>
          <p:nvPr userDrawn="1"/>
        </p:nvSpPr>
        <p:spPr>
          <a:xfrm>
            <a:off x="626221" y="2703878"/>
            <a:ext cx="13149525" cy="992011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1828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200" b="1" i="0" kern="1200">
                <a:solidFill>
                  <a:srgbClr val="E50091"/>
                </a:solidFill>
                <a:latin typeface="Signika SemiBold" panose="02010003020600000004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3502"/>
              </a:lnSpc>
            </a:pPr>
            <a:endParaRPr lang="pt-BR" sz="2136" b="0">
              <a:solidFill>
                <a:srgbClr val="003864"/>
              </a:solidFill>
              <a:latin typeface="Verdana" panose="020B0604030504040204" pitchFamily="34" charset="0"/>
            </a:endParaRPr>
          </a:p>
        </p:txBody>
      </p:sp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49BB5B2D-B2EB-4B21-9924-6101657C0A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200" y="2141092"/>
            <a:ext cx="13175146" cy="1091213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pt-BR" sz="2136" b="0" i="0" dirty="0">
                <a:solidFill>
                  <a:srgbClr val="003864"/>
                </a:solidFill>
              </a:defRPr>
            </a:lvl1pPr>
          </a:lstStyle>
          <a:p>
            <a:pPr marL="0" marR="0" lvl="0" indent="-271332" algn="l" defTabSz="1085326" rtl="0" eaLnBrk="1" fontAlgn="auto" latinLnBrk="0" hangingPunct="1">
              <a:lnSpc>
                <a:spcPts val="3502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Lorem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ipsum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dolor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sit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amet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consect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adipiscing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elit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sed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diam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nonummy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euismod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tincidunt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ut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laoreet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dolore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magna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aliquam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erat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volutpat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. Ut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wisi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minim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veniam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, quis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nostrud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exercise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.</a:t>
            </a:r>
            <a:endParaRPr lang="pt-BR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DF993B8B-BE2D-45CD-8404-230DB9A7ED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498" y="6383259"/>
            <a:ext cx="3518690" cy="16957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lang="pt-BR" sz="1187" b="0" i="0" smtClean="0">
                <a:solidFill>
                  <a:srgbClr val="003864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>
              <a:lnSpc>
                <a:spcPct val="150000"/>
              </a:lnSpc>
            </a:pP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Lorem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ipsum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dolor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sit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amet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consect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adipiscing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elit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sed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diam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nonummy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euismod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tincidunt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ut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laoreet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dolore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magna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aliquam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erat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volutpat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. Ut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wisi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minim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veniam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quis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nostrud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exercise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.</a:t>
            </a:r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FEA62324-BC75-4ABF-959E-5DE134D457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692" y="5760843"/>
            <a:ext cx="3519214" cy="44330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pt-BR" sz="1425" b="1" i="0" smtClean="0">
                <a:solidFill>
                  <a:srgbClr val="003864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ts val="3502"/>
              </a:lnSpc>
              <a:spcBef>
                <a:spcPct val="0"/>
              </a:spcBef>
              <a:buNone/>
            </a:pPr>
            <a:r>
              <a:rPr lang="pt-BR"/>
              <a:t>Tópico 1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827D565-EB45-4D31-8EBB-EFAEEFAC27F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5093" y="3944693"/>
            <a:ext cx="1663029" cy="169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87"/>
            </a:lvl1pPr>
          </a:lstStyle>
          <a:p>
            <a:r>
              <a:rPr lang="pt-BR"/>
              <a:t>Ícone Tópico</a:t>
            </a:r>
          </a:p>
        </p:txBody>
      </p:sp>
      <p:sp>
        <p:nvSpPr>
          <p:cNvPr id="26" name="Espaço Reservado para Texto 20">
            <a:extLst>
              <a:ext uri="{FF2B5EF4-FFF2-40B4-BE49-F238E27FC236}">
                <a16:creationId xmlns:a16="http://schemas.microsoft.com/office/drawing/2014/main" id="{100D2FD2-753D-4B1B-A344-F8E233183A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5236" y="6384207"/>
            <a:ext cx="3518690" cy="16957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lang="pt-BR" sz="1187" b="0" i="0" smtClean="0">
                <a:solidFill>
                  <a:srgbClr val="003864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>
              <a:lnSpc>
                <a:spcPct val="150000"/>
              </a:lnSpc>
            </a:pP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Lorem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ipsum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dolor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sit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amet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consect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adipiscing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elit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sed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diam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nonummy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euismod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tincidunt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ut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laoreet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dolore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magna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aliquam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erat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volutpat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. Ut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wisi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minim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veniam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quis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nostrud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exercise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.</a:t>
            </a:r>
          </a:p>
        </p:txBody>
      </p:sp>
      <p:sp>
        <p:nvSpPr>
          <p:cNvPr id="27" name="Espaço Reservado para Texto 22">
            <a:extLst>
              <a:ext uri="{FF2B5EF4-FFF2-40B4-BE49-F238E27FC236}">
                <a16:creationId xmlns:a16="http://schemas.microsoft.com/office/drawing/2014/main" id="{F8D44B8B-5475-4DAB-92D1-EF34EE9717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432" y="5761791"/>
            <a:ext cx="3519214" cy="44330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pt-BR" sz="1425" b="1" i="0" smtClean="0">
                <a:solidFill>
                  <a:srgbClr val="003864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ts val="3502"/>
              </a:lnSpc>
              <a:spcBef>
                <a:spcPct val="0"/>
              </a:spcBef>
              <a:buNone/>
            </a:pPr>
            <a:r>
              <a:rPr lang="pt-BR"/>
              <a:t>Tópico 2</a:t>
            </a:r>
          </a:p>
        </p:txBody>
      </p:sp>
      <p:sp>
        <p:nvSpPr>
          <p:cNvPr id="28" name="Espaço Reservado para Imagem 24">
            <a:extLst>
              <a:ext uri="{FF2B5EF4-FFF2-40B4-BE49-F238E27FC236}">
                <a16:creationId xmlns:a16="http://schemas.microsoft.com/office/drawing/2014/main" id="{829B62B7-90C8-47F5-B2F9-884D7096458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44832" y="3945640"/>
            <a:ext cx="1663029" cy="169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87"/>
            </a:lvl1pPr>
          </a:lstStyle>
          <a:p>
            <a:r>
              <a:rPr lang="pt-BR"/>
              <a:t>Ícone Tópico</a:t>
            </a:r>
          </a:p>
        </p:txBody>
      </p:sp>
      <p:sp>
        <p:nvSpPr>
          <p:cNvPr id="29" name="Espaço Reservado para Texto 20">
            <a:extLst>
              <a:ext uri="{FF2B5EF4-FFF2-40B4-BE49-F238E27FC236}">
                <a16:creationId xmlns:a16="http://schemas.microsoft.com/office/drawing/2014/main" id="{F249E531-8565-48CD-AC5A-3CBC562042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65000" y="6385155"/>
            <a:ext cx="3518690" cy="16957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lang="pt-BR" sz="1187" b="0" i="0" smtClean="0">
                <a:solidFill>
                  <a:srgbClr val="003864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>
              <a:lnSpc>
                <a:spcPct val="150000"/>
              </a:lnSpc>
            </a:pP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Lorem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ipsum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dolor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sit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amet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consect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adipiscing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elit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sed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diam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nonummy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euismod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tincidunt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ut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laoreet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dolore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magna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aliquam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erat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volutpat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. Ut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wisi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minim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veniam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quis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nostrud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exercise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.</a:t>
            </a:r>
          </a:p>
        </p:txBody>
      </p:sp>
      <p:sp>
        <p:nvSpPr>
          <p:cNvPr id="30" name="Espaço Reservado para Texto 22">
            <a:extLst>
              <a:ext uri="{FF2B5EF4-FFF2-40B4-BE49-F238E27FC236}">
                <a16:creationId xmlns:a16="http://schemas.microsoft.com/office/drawing/2014/main" id="{5A5F088B-7BC3-4820-BEEC-57582076F5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2196" y="5762738"/>
            <a:ext cx="3519214" cy="44330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pt-BR" sz="1425" b="1" i="0" smtClean="0">
                <a:solidFill>
                  <a:srgbClr val="003864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ts val="3502"/>
              </a:lnSpc>
              <a:spcBef>
                <a:spcPct val="0"/>
              </a:spcBef>
              <a:buNone/>
            </a:pPr>
            <a:r>
              <a:rPr lang="pt-BR"/>
              <a:t>Tópico 3</a:t>
            </a:r>
          </a:p>
        </p:txBody>
      </p:sp>
      <p:sp>
        <p:nvSpPr>
          <p:cNvPr id="31" name="Espaço Reservado para Imagem 24">
            <a:extLst>
              <a:ext uri="{FF2B5EF4-FFF2-40B4-BE49-F238E27FC236}">
                <a16:creationId xmlns:a16="http://schemas.microsoft.com/office/drawing/2014/main" id="{60AA7102-9608-417F-9296-45CC459419B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564597" y="3946588"/>
            <a:ext cx="1663029" cy="169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87"/>
            </a:lvl1pPr>
          </a:lstStyle>
          <a:p>
            <a:r>
              <a:rPr lang="pt-BR"/>
              <a:t>Ícone Tópico</a:t>
            </a:r>
          </a:p>
        </p:txBody>
      </p:sp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CC9CC9D8-DFB1-43D7-95BF-CB695BA28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8743" y="407139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24" name="Espaço Reservado para Texto 4">
            <a:extLst>
              <a:ext uri="{FF2B5EF4-FFF2-40B4-BE49-F238E27FC236}">
                <a16:creationId xmlns:a16="http://schemas.microsoft.com/office/drawing/2014/main" id="{0CAE78E8-F1B5-460C-9A62-3D9F30D8B0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8743" y="743567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1">
                <a:solidFill>
                  <a:srgbClr val="32A6E6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</p:spTree>
    <p:extLst>
      <p:ext uri="{BB962C8B-B14F-4D97-AF65-F5344CB8AC3E}">
        <p14:creationId xmlns:p14="http://schemas.microsoft.com/office/powerpoint/2010/main" val="277625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3">
    <p:bg>
      <p:bgPr>
        <a:solidFill>
          <a:srgbClr val="32A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>
            <a:extLst>
              <a:ext uri="{FF2B5EF4-FFF2-40B4-BE49-F238E27FC236}">
                <a16:creationId xmlns:a16="http://schemas.microsoft.com/office/drawing/2014/main" id="{EA269B7C-C5E4-4C39-85A4-B4A06C14C6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3450"/>
            <a:ext cx="949408" cy="237541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4BD47905-FE91-489A-B008-918E528E424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" y="0"/>
            <a:ext cx="6939091" cy="8928100"/>
          </a:xfrm>
          <a:prstGeom prst="rect">
            <a:avLst/>
          </a:prstGeom>
        </p:spPr>
        <p:txBody>
          <a:bodyPr anchor="ctr"/>
          <a:lstStyle>
            <a:lvl1pPr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Coloque aqui uma imagem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49DEC33-C551-431C-942B-8596E378933E}"/>
              </a:ext>
            </a:extLst>
          </p:cNvPr>
          <p:cNvSpPr txBox="1">
            <a:spLocks/>
          </p:cNvSpPr>
          <p:nvPr userDrawn="1"/>
        </p:nvSpPr>
        <p:spPr>
          <a:xfrm>
            <a:off x="7402353" y="3447865"/>
            <a:ext cx="6611511" cy="4850688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1828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200" b="1" i="0" kern="1200">
                <a:solidFill>
                  <a:srgbClr val="E50091"/>
                </a:solidFill>
                <a:latin typeface="Signika SemiBold" panose="02010003020600000004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3502"/>
              </a:lnSpc>
            </a:pPr>
            <a:r>
              <a:rPr lang="pt-BR" sz="2136" err="1">
                <a:solidFill>
                  <a:srgbClr val="003864"/>
                </a:solidFill>
                <a:latin typeface="Verdana" panose="020B0604030504040204" pitchFamily="34" charset="0"/>
              </a:rPr>
              <a:t>Lorem</a:t>
            </a:r>
            <a:r>
              <a:rPr lang="pt-BR" sz="2136">
                <a:solidFill>
                  <a:srgbClr val="003864"/>
                </a:solidFill>
                <a:latin typeface="Verdana" panose="020B0604030504040204" pitchFamily="34" charset="0"/>
              </a:rPr>
              <a:t> ipsum </a:t>
            </a:r>
            <a:r>
              <a:rPr lang="pt-BR" sz="2136" err="1">
                <a:solidFill>
                  <a:srgbClr val="003864"/>
                </a:solidFill>
                <a:latin typeface="Verdana" panose="020B0604030504040204" pitchFamily="34" charset="0"/>
              </a:rPr>
              <a:t>dolor</a:t>
            </a:r>
            <a:r>
              <a:rPr lang="pt-BR" sz="2136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err="1">
                <a:solidFill>
                  <a:srgbClr val="003864"/>
                </a:solidFill>
                <a:latin typeface="Verdana" panose="020B0604030504040204" pitchFamily="34" charset="0"/>
              </a:rPr>
              <a:t>sit</a:t>
            </a:r>
            <a:endParaRPr lang="pt-BR" sz="2136">
              <a:solidFill>
                <a:srgbClr val="003864"/>
              </a:solidFill>
              <a:latin typeface="Verdana" panose="020B0604030504040204" pitchFamily="34" charset="0"/>
            </a:endParaRPr>
          </a:p>
          <a:p>
            <a:pPr>
              <a:lnSpc>
                <a:spcPts val="3502"/>
              </a:lnSpc>
            </a:pPr>
            <a:endParaRPr lang="pt-BR" sz="2136">
              <a:solidFill>
                <a:srgbClr val="003864"/>
              </a:solidFill>
              <a:latin typeface="Verdana" panose="020B0604030504040204" pitchFamily="34" charset="0"/>
            </a:endParaRPr>
          </a:p>
          <a:p>
            <a:pPr>
              <a:lnSpc>
                <a:spcPts val="3502"/>
              </a:lnSpc>
            </a:pP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Lorem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ipsum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dolor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sit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amet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,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consect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adipiscing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elit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,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sed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diam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nonummy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euismod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tincidunt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ut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laoreet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dolore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magna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aliquam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erat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volutpat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. Ut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wisi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minim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veniam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, quis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nostrud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exercise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.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BF45C492-A03D-46DD-9A91-D993C68ADB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2352" y="629554"/>
            <a:ext cx="5593017" cy="195028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pt-BR" sz="2849" b="1" i="0" dirty="0">
                <a:solidFill>
                  <a:schemeClr val="bg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849">
                <a:solidFill>
                  <a:srgbClr val="003864"/>
                </a:solidFill>
                <a:latin typeface="Verdana" panose="020B0604030504040204" pitchFamily="34" charset="0"/>
              </a:rPr>
              <a:t>Capriche em um título que desperte a atenção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7900EC60-8C61-46CD-9A71-B459E859D6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8743" y="407139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</p:spTree>
    <p:extLst>
      <p:ext uri="{BB962C8B-B14F-4D97-AF65-F5344CB8AC3E}">
        <p14:creationId xmlns:p14="http://schemas.microsoft.com/office/powerpoint/2010/main" val="4285994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3">
    <p:bg>
      <p:bgPr>
        <a:solidFill>
          <a:srgbClr val="32A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>
            <a:extLst>
              <a:ext uri="{FF2B5EF4-FFF2-40B4-BE49-F238E27FC236}">
                <a16:creationId xmlns:a16="http://schemas.microsoft.com/office/drawing/2014/main" id="{EA269B7C-C5E4-4C39-85A4-B4A06C14C6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3450"/>
            <a:ext cx="949408" cy="237541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4BD47905-FE91-489A-B008-918E528E424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" y="0"/>
            <a:ext cx="6939091" cy="8928100"/>
          </a:xfrm>
          <a:prstGeom prst="rect">
            <a:avLst/>
          </a:prstGeom>
        </p:spPr>
        <p:txBody>
          <a:bodyPr anchor="ctr"/>
          <a:lstStyle>
            <a:lvl1pPr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Coloque aqui uma imagem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BF45C492-A03D-46DD-9A91-D993C68ADB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2352" y="629554"/>
            <a:ext cx="5593017" cy="195028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pt-BR" sz="2849" b="1" i="0" dirty="0">
                <a:solidFill>
                  <a:schemeClr val="bg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849">
                <a:solidFill>
                  <a:srgbClr val="003864"/>
                </a:solidFill>
                <a:latin typeface="Verdana" panose="020B0604030504040204" pitchFamily="34" charset="0"/>
              </a:rPr>
              <a:t>Capriche em um título que desperte a atenção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7900EC60-8C61-46CD-9A71-B459E859D6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8743" y="407139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</p:spTree>
    <p:extLst>
      <p:ext uri="{BB962C8B-B14F-4D97-AF65-F5344CB8AC3E}">
        <p14:creationId xmlns:p14="http://schemas.microsoft.com/office/powerpoint/2010/main" val="28754729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6">
    <p:bg>
      <p:bgPr>
        <a:solidFill>
          <a:srgbClr val="BDCC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19AFCD58-C6F2-4945-9E32-31183F79B8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13" name="Espaço Reservado para Conteúdo 26">
            <a:extLst>
              <a:ext uri="{FF2B5EF4-FFF2-40B4-BE49-F238E27FC236}">
                <a16:creationId xmlns:a16="http://schemas.microsoft.com/office/drawing/2014/main" id="{E5623B1F-C151-4764-86D9-A111CA2C73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8744" y="840382"/>
            <a:ext cx="6341585" cy="74581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BDD1EF60-2D93-4DF9-AA74-EC084FBC5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8743" y="407139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23A1CA6-F719-4C09-92D1-54E96E9FCB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2352" y="629554"/>
            <a:ext cx="5593017" cy="195028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pt-BR" sz="2849" b="1" i="0" dirty="0">
                <a:solidFill>
                  <a:srgbClr val="003864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849">
                <a:solidFill>
                  <a:srgbClr val="003864"/>
                </a:solidFill>
                <a:latin typeface="Verdana" panose="020B0604030504040204" pitchFamily="34" charset="0"/>
              </a:rPr>
              <a:t>Capriche em um título que desperte a atenção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4C5A259-1B6E-48E1-A4B9-01451F122DEE}"/>
              </a:ext>
            </a:extLst>
          </p:cNvPr>
          <p:cNvSpPr txBox="1">
            <a:spLocks/>
          </p:cNvSpPr>
          <p:nvPr userDrawn="1"/>
        </p:nvSpPr>
        <p:spPr>
          <a:xfrm>
            <a:off x="7402353" y="3447865"/>
            <a:ext cx="6611511" cy="4850688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1828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200" b="1" i="0" kern="1200">
                <a:solidFill>
                  <a:srgbClr val="E50091"/>
                </a:solidFill>
                <a:latin typeface="Signika SemiBold" panose="02010003020600000004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3502"/>
              </a:lnSpc>
            </a:pPr>
            <a:r>
              <a:rPr lang="pt-BR" sz="2136" err="1">
                <a:solidFill>
                  <a:srgbClr val="003864"/>
                </a:solidFill>
                <a:latin typeface="Verdana" panose="020B0604030504040204" pitchFamily="34" charset="0"/>
              </a:rPr>
              <a:t>Lorem</a:t>
            </a:r>
            <a:r>
              <a:rPr lang="pt-BR" sz="2136">
                <a:solidFill>
                  <a:srgbClr val="003864"/>
                </a:solidFill>
                <a:latin typeface="Verdana" panose="020B0604030504040204" pitchFamily="34" charset="0"/>
              </a:rPr>
              <a:t> ipsum </a:t>
            </a:r>
            <a:r>
              <a:rPr lang="pt-BR" sz="2136" err="1">
                <a:solidFill>
                  <a:srgbClr val="003864"/>
                </a:solidFill>
                <a:latin typeface="Verdana" panose="020B0604030504040204" pitchFamily="34" charset="0"/>
              </a:rPr>
              <a:t>dolor</a:t>
            </a:r>
            <a:r>
              <a:rPr lang="pt-BR" sz="2136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err="1">
                <a:solidFill>
                  <a:srgbClr val="003864"/>
                </a:solidFill>
                <a:latin typeface="Verdana" panose="020B0604030504040204" pitchFamily="34" charset="0"/>
              </a:rPr>
              <a:t>sit</a:t>
            </a:r>
            <a:endParaRPr lang="pt-BR" sz="2136">
              <a:solidFill>
                <a:srgbClr val="003864"/>
              </a:solidFill>
              <a:latin typeface="Verdana" panose="020B0604030504040204" pitchFamily="34" charset="0"/>
            </a:endParaRPr>
          </a:p>
          <a:p>
            <a:pPr>
              <a:lnSpc>
                <a:spcPts val="3502"/>
              </a:lnSpc>
            </a:pPr>
            <a:endParaRPr lang="pt-BR" sz="2136">
              <a:solidFill>
                <a:srgbClr val="003864"/>
              </a:solidFill>
              <a:latin typeface="Verdana" panose="020B0604030504040204" pitchFamily="34" charset="0"/>
            </a:endParaRPr>
          </a:p>
          <a:p>
            <a:pPr>
              <a:lnSpc>
                <a:spcPts val="3502"/>
              </a:lnSpc>
            </a:pP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Lorem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ipsum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dolor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sit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amet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consect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adipiscing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elit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sed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diam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nonummy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euismod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tincidunt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ut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laoreet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dolore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magna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aliquam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erat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volutpat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. Ut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wisi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minim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veniam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, quis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nostrud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exercise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55778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7">
    <p:bg>
      <p:bgPr>
        <a:solidFill>
          <a:srgbClr val="0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7">
            <a:extLst>
              <a:ext uri="{FF2B5EF4-FFF2-40B4-BE49-F238E27FC236}">
                <a16:creationId xmlns:a16="http://schemas.microsoft.com/office/drawing/2014/main" id="{072CC8CD-A44E-4D2C-B0C0-40AAB7724E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3450"/>
            <a:ext cx="949408" cy="237541"/>
          </a:xfrm>
          <a:prstGeom prst="rect">
            <a:avLst/>
          </a:prstGeom>
        </p:spPr>
      </p:pic>
      <p:sp>
        <p:nvSpPr>
          <p:cNvPr id="27" name="Espaço Reservado para Conteúdo 26">
            <a:extLst>
              <a:ext uri="{FF2B5EF4-FFF2-40B4-BE49-F238E27FC236}">
                <a16:creationId xmlns:a16="http://schemas.microsoft.com/office/drawing/2014/main" id="{4D10964F-9506-446D-9400-DFACF902CA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8743" y="840383"/>
            <a:ext cx="6430494" cy="7281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C1790E90-BAD4-4ED2-A7B0-02E0920638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8743" y="407139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chemeClr val="bg1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16" name="Espaço Reservado para Texto 22">
            <a:extLst>
              <a:ext uri="{FF2B5EF4-FFF2-40B4-BE49-F238E27FC236}">
                <a16:creationId xmlns:a16="http://schemas.microsoft.com/office/drawing/2014/main" id="{5B3B250E-3EE0-4BD9-A636-61421C8352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02352" y="5760843"/>
            <a:ext cx="3205053" cy="44330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lang="pt-BR" sz="1425" b="1" i="0" smtClean="0">
                <a:solidFill>
                  <a:srgbClr val="32A6E6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ts val="3502"/>
              </a:lnSpc>
              <a:spcBef>
                <a:spcPct val="0"/>
              </a:spcBef>
              <a:buNone/>
            </a:pPr>
            <a:r>
              <a:rPr lang="pt-BR"/>
              <a:t>Tópico 1</a:t>
            </a:r>
          </a:p>
        </p:txBody>
      </p:sp>
      <p:sp>
        <p:nvSpPr>
          <p:cNvPr id="18" name="Espaço Reservado para Imagem 24">
            <a:extLst>
              <a:ext uri="{FF2B5EF4-FFF2-40B4-BE49-F238E27FC236}">
                <a16:creationId xmlns:a16="http://schemas.microsoft.com/office/drawing/2014/main" id="{B136C4C6-0937-4323-95EB-478651055E8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402352" y="3944693"/>
            <a:ext cx="1663029" cy="169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87"/>
            </a:lvl1pPr>
          </a:lstStyle>
          <a:p>
            <a:r>
              <a:rPr lang="pt-BR"/>
              <a:t>Ícone Tópico</a:t>
            </a:r>
          </a:p>
        </p:txBody>
      </p:sp>
      <p:sp>
        <p:nvSpPr>
          <p:cNvPr id="20" name="Espaço Reservado para Texto 22">
            <a:extLst>
              <a:ext uri="{FF2B5EF4-FFF2-40B4-BE49-F238E27FC236}">
                <a16:creationId xmlns:a16="http://schemas.microsoft.com/office/drawing/2014/main" id="{4490FE64-0248-4527-A988-9B5B6F5BC6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27151" y="5761791"/>
            <a:ext cx="3205053" cy="44330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lang="pt-BR" sz="1425" b="1" i="0" smtClean="0">
                <a:solidFill>
                  <a:srgbClr val="32A6E6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ts val="3502"/>
              </a:lnSpc>
              <a:spcBef>
                <a:spcPct val="0"/>
              </a:spcBef>
              <a:buNone/>
            </a:pPr>
            <a:r>
              <a:rPr lang="pt-BR"/>
              <a:t>Tópico 2</a:t>
            </a:r>
          </a:p>
        </p:txBody>
      </p:sp>
      <p:sp>
        <p:nvSpPr>
          <p:cNvPr id="22" name="Espaço Reservado para Imagem 24">
            <a:extLst>
              <a:ext uri="{FF2B5EF4-FFF2-40B4-BE49-F238E27FC236}">
                <a16:creationId xmlns:a16="http://schemas.microsoft.com/office/drawing/2014/main" id="{CA7C2207-0DC2-4653-9FE8-02D1802816C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839552" y="3945640"/>
            <a:ext cx="1663029" cy="169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87"/>
            </a:lvl1pPr>
          </a:lstStyle>
          <a:p>
            <a:r>
              <a:rPr lang="pt-BR"/>
              <a:t>Ícone Tópico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B1254B-E5CA-478A-AA61-B15C770709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2131" y="6384007"/>
            <a:ext cx="3205453" cy="1695720"/>
          </a:xfrm>
          <a:prstGeom prst="rect">
            <a:avLst/>
          </a:prstGeom>
        </p:spPr>
        <p:txBody>
          <a:bodyPr/>
          <a:lstStyle>
            <a:lvl1pPr marL="0" indent="943" algn="just">
              <a:lnSpc>
                <a:spcPct val="150000"/>
              </a:lnSpc>
              <a:buFontTx/>
              <a:buNone/>
              <a:defRPr sz="1187">
                <a:solidFill>
                  <a:schemeClr val="bg1"/>
                </a:solidFill>
              </a:defRPr>
            </a:lvl1pPr>
            <a:lvl2pPr>
              <a:buFontTx/>
              <a:buNone/>
              <a:defRPr sz="1187">
                <a:solidFill>
                  <a:schemeClr val="bg1"/>
                </a:solidFill>
              </a:defRPr>
            </a:lvl2pPr>
            <a:lvl3pPr>
              <a:buFontTx/>
              <a:buNone/>
              <a:defRPr sz="1187">
                <a:solidFill>
                  <a:schemeClr val="bg1"/>
                </a:solidFill>
              </a:defRPr>
            </a:lvl3pPr>
            <a:lvl4pPr>
              <a:buFontTx/>
              <a:buNone/>
              <a:defRPr sz="1187">
                <a:solidFill>
                  <a:schemeClr val="bg1"/>
                </a:solidFill>
              </a:defRPr>
            </a:lvl4pPr>
            <a:lvl5pPr>
              <a:buFontTx/>
              <a:buNone/>
              <a:defRPr sz="1187">
                <a:solidFill>
                  <a:schemeClr val="bg1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r>
              <a:rPr lang="pt-BR"/>
              <a:t> </a:t>
            </a:r>
            <a:r>
              <a:rPr lang="pt-BR" err="1"/>
              <a:t>euismod</a:t>
            </a:r>
            <a:r>
              <a:rPr lang="pt-BR"/>
              <a:t> </a:t>
            </a:r>
            <a:r>
              <a:rPr lang="pt-BR" err="1"/>
              <a:t>tincidunt</a:t>
            </a:r>
            <a:r>
              <a:rPr lang="pt-BR"/>
              <a:t> ut </a:t>
            </a:r>
            <a:r>
              <a:rPr lang="pt-BR" err="1"/>
              <a:t>laoreet</a:t>
            </a:r>
            <a:r>
              <a:rPr lang="pt-BR"/>
              <a:t> </a:t>
            </a:r>
            <a:r>
              <a:rPr lang="pt-BR" err="1"/>
              <a:t>dolore</a:t>
            </a:r>
            <a:r>
              <a:rPr lang="pt-BR"/>
              <a:t> magna </a:t>
            </a:r>
            <a:r>
              <a:rPr lang="pt-BR" err="1"/>
              <a:t>aliquam</a:t>
            </a:r>
            <a:r>
              <a:rPr lang="pt-BR"/>
              <a:t> erat </a:t>
            </a:r>
            <a:r>
              <a:rPr lang="pt-BR" err="1"/>
              <a:t>volutpat</a:t>
            </a:r>
            <a:r>
              <a:rPr lang="pt-BR"/>
              <a:t>. Ut </a:t>
            </a:r>
            <a:r>
              <a:rPr lang="pt-BR" err="1"/>
              <a:t>wisi</a:t>
            </a:r>
            <a:r>
              <a:rPr lang="pt-BR"/>
              <a:t> </a:t>
            </a:r>
            <a:r>
              <a:rPr lang="pt-BR" err="1"/>
              <a:t>minim</a:t>
            </a:r>
            <a:r>
              <a:rPr lang="pt-BR"/>
              <a:t> </a:t>
            </a:r>
            <a:r>
              <a:rPr lang="pt-BR" err="1"/>
              <a:t>veniam</a:t>
            </a:r>
            <a:r>
              <a:rPr lang="pt-BR"/>
              <a:t>, quis </a:t>
            </a:r>
            <a:r>
              <a:rPr lang="pt-BR" err="1"/>
              <a:t>nostrud</a:t>
            </a:r>
            <a:r>
              <a:rPr lang="pt-BR"/>
              <a:t> </a:t>
            </a:r>
            <a:r>
              <a:rPr lang="pt-BR" err="1"/>
              <a:t>exercise</a:t>
            </a:r>
            <a:r>
              <a:rPr lang="pt-BR"/>
              <a:t>.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6347807-E725-41C8-A892-C64E938916D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839555" y="6369528"/>
            <a:ext cx="3205453" cy="1695720"/>
          </a:xfrm>
          <a:prstGeom prst="rect">
            <a:avLst/>
          </a:prstGeom>
        </p:spPr>
        <p:txBody>
          <a:bodyPr/>
          <a:lstStyle>
            <a:lvl1pPr marL="0" indent="943" algn="just">
              <a:lnSpc>
                <a:spcPct val="150000"/>
              </a:lnSpc>
              <a:buFontTx/>
              <a:buNone/>
              <a:defRPr sz="1187">
                <a:solidFill>
                  <a:schemeClr val="bg1"/>
                </a:solidFill>
              </a:defRPr>
            </a:lvl1pPr>
            <a:lvl2pPr>
              <a:buFontTx/>
              <a:buNone/>
              <a:defRPr sz="1187">
                <a:solidFill>
                  <a:schemeClr val="bg1"/>
                </a:solidFill>
              </a:defRPr>
            </a:lvl2pPr>
            <a:lvl3pPr>
              <a:buFontTx/>
              <a:buNone/>
              <a:defRPr sz="1187">
                <a:solidFill>
                  <a:schemeClr val="bg1"/>
                </a:solidFill>
              </a:defRPr>
            </a:lvl3pPr>
            <a:lvl4pPr>
              <a:buFontTx/>
              <a:buNone/>
              <a:defRPr sz="1187">
                <a:solidFill>
                  <a:schemeClr val="bg1"/>
                </a:solidFill>
              </a:defRPr>
            </a:lvl4pPr>
            <a:lvl5pPr>
              <a:buFontTx/>
              <a:buNone/>
              <a:defRPr sz="1187">
                <a:solidFill>
                  <a:schemeClr val="bg1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r>
              <a:rPr lang="pt-BR"/>
              <a:t> </a:t>
            </a:r>
            <a:r>
              <a:rPr lang="pt-BR" err="1"/>
              <a:t>euismod</a:t>
            </a:r>
            <a:r>
              <a:rPr lang="pt-BR"/>
              <a:t> </a:t>
            </a:r>
            <a:r>
              <a:rPr lang="pt-BR" err="1"/>
              <a:t>tincidunt</a:t>
            </a:r>
            <a:r>
              <a:rPr lang="pt-BR"/>
              <a:t> ut </a:t>
            </a:r>
            <a:r>
              <a:rPr lang="pt-BR" err="1"/>
              <a:t>laoreet</a:t>
            </a:r>
            <a:r>
              <a:rPr lang="pt-BR"/>
              <a:t> </a:t>
            </a:r>
            <a:r>
              <a:rPr lang="pt-BR" err="1"/>
              <a:t>dolore</a:t>
            </a:r>
            <a:r>
              <a:rPr lang="pt-BR"/>
              <a:t> magna </a:t>
            </a:r>
            <a:r>
              <a:rPr lang="pt-BR" err="1"/>
              <a:t>aliquam</a:t>
            </a:r>
            <a:r>
              <a:rPr lang="pt-BR"/>
              <a:t> erat </a:t>
            </a:r>
            <a:r>
              <a:rPr lang="pt-BR" err="1"/>
              <a:t>volutpat</a:t>
            </a:r>
            <a:r>
              <a:rPr lang="pt-BR"/>
              <a:t>. Ut </a:t>
            </a:r>
            <a:r>
              <a:rPr lang="pt-BR" err="1"/>
              <a:t>wisi</a:t>
            </a:r>
            <a:r>
              <a:rPr lang="pt-BR"/>
              <a:t> </a:t>
            </a:r>
            <a:r>
              <a:rPr lang="pt-BR" err="1"/>
              <a:t>minim</a:t>
            </a:r>
            <a:r>
              <a:rPr lang="pt-BR"/>
              <a:t> </a:t>
            </a:r>
            <a:r>
              <a:rPr lang="pt-BR" err="1"/>
              <a:t>veniam</a:t>
            </a:r>
            <a:r>
              <a:rPr lang="pt-BR"/>
              <a:t>, quis </a:t>
            </a:r>
            <a:r>
              <a:rPr lang="pt-BR" err="1"/>
              <a:t>nostrud</a:t>
            </a:r>
            <a:r>
              <a:rPr lang="pt-BR"/>
              <a:t> </a:t>
            </a:r>
            <a:r>
              <a:rPr lang="pt-BR" err="1"/>
              <a:t>exercise</a:t>
            </a:r>
            <a:r>
              <a:rPr lang="pt-BR"/>
              <a:t>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6B36ECE-F2C0-4BBD-BE46-18A230C7EB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09802" y="627537"/>
            <a:ext cx="5593885" cy="1949653"/>
          </a:xfrm>
          <a:prstGeom prst="rect">
            <a:avLst/>
          </a:prstGeom>
        </p:spPr>
        <p:txBody>
          <a:bodyPr/>
          <a:lstStyle>
            <a:lvl1pPr marL="0" indent="943">
              <a:buFontTx/>
              <a:buNone/>
              <a:defRPr>
                <a:solidFill>
                  <a:srgbClr val="32A6E6"/>
                </a:solidFill>
              </a:defRPr>
            </a:lvl1pPr>
            <a:lvl2pPr marL="0" indent="943">
              <a:buFontTx/>
              <a:buNone/>
              <a:defRPr>
                <a:solidFill>
                  <a:srgbClr val="32A6E6"/>
                </a:solidFill>
              </a:defRPr>
            </a:lvl2pPr>
            <a:lvl3pPr marL="0" indent="943">
              <a:buFontTx/>
              <a:buNone/>
              <a:defRPr>
                <a:solidFill>
                  <a:srgbClr val="32A6E6"/>
                </a:solidFill>
              </a:defRPr>
            </a:lvl3pPr>
            <a:lvl4pPr marL="0" indent="943">
              <a:buFontTx/>
              <a:buNone/>
              <a:defRPr>
                <a:solidFill>
                  <a:srgbClr val="32A6E6"/>
                </a:solidFill>
              </a:defRPr>
            </a:lvl4pPr>
            <a:lvl5pPr marL="0" indent="943">
              <a:buFontTx/>
              <a:buNone/>
              <a:defRPr>
                <a:solidFill>
                  <a:srgbClr val="32A6E6"/>
                </a:solidFill>
              </a:defRPr>
            </a:lvl5pPr>
          </a:lstStyle>
          <a:p>
            <a:pPr lvl="0"/>
            <a:r>
              <a:rPr lang="pt-BR"/>
              <a:t>Capriche em um título que desperte a atenção</a:t>
            </a:r>
          </a:p>
        </p:txBody>
      </p:sp>
    </p:spTree>
    <p:extLst>
      <p:ext uri="{BB962C8B-B14F-4D97-AF65-F5344CB8AC3E}">
        <p14:creationId xmlns:p14="http://schemas.microsoft.com/office/powerpoint/2010/main" val="34717605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7969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Diagrama&#10;&#10;Descrição gerada automaticamente">
            <a:extLst>
              <a:ext uri="{FF2B5EF4-FFF2-40B4-BE49-F238E27FC236}">
                <a16:creationId xmlns:a16="http://schemas.microsoft.com/office/drawing/2014/main" id="{BCF3371E-BA7C-BC94-439E-B2162637B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0"/>
            <a:ext cx="1521233" cy="1668453"/>
          </a:xfrm>
          <a:prstGeom prst="rect">
            <a:avLst/>
          </a:prstGeom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</p:spTree>
    <p:extLst>
      <p:ext uri="{BB962C8B-B14F-4D97-AF65-F5344CB8AC3E}">
        <p14:creationId xmlns:p14="http://schemas.microsoft.com/office/powerpoint/2010/main" val="17457388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B0892AC-4038-4A0D-8419-E26E13213150}"/>
              </a:ext>
            </a:extLst>
          </p:cNvPr>
          <p:cNvSpPr/>
          <p:nvPr userDrawn="1"/>
        </p:nvSpPr>
        <p:spPr>
          <a:xfrm>
            <a:off x="1" y="0"/>
            <a:ext cx="14471650" cy="8928100"/>
          </a:xfrm>
          <a:prstGeom prst="rect">
            <a:avLst/>
          </a:prstGeom>
          <a:solidFill>
            <a:srgbClr val="003A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274"/>
          </a:p>
        </p:txBody>
      </p:sp>
    </p:spTree>
    <p:extLst>
      <p:ext uri="{BB962C8B-B14F-4D97-AF65-F5344CB8AC3E}">
        <p14:creationId xmlns:p14="http://schemas.microsoft.com/office/powerpoint/2010/main" val="30188832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1FF1D35-AB53-44E8-BDCC-0A434907CCC4}"/>
              </a:ext>
            </a:extLst>
          </p:cNvPr>
          <p:cNvSpPr/>
          <p:nvPr userDrawn="1"/>
        </p:nvSpPr>
        <p:spPr>
          <a:xfrm>
            <a:off x="1" y="0"/>
            <a:ext cx="14471650" cy="8928100"/>
          </a:xfrm>
          <a:prstGeom prst="rect">
            <a:avLst/>
          </a:prstGeom>
          <a:solidFill>
            <a:srgbClr val="04A4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274"/>
          </a:p>
        </p:txBody>
      </p:sp>
    </p:spTree>
    <p:extLst>
      <p:ext uri="{BB962C8B-B14F-4D97-AF65-F5344CB8AC3E}">
        <p14:creationId xmlns:p14="http://schemas.microsoft.com/office/powerpoint/2010/main" val="11520458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6550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solidFill>
          <a:srgbClr val="0038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9B469951-AE93-75E8-00EF-8CAB6D768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81CF7AC2-EEF5-DD20-7F35-C6F202A0E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2" name="Imagem 1" descr="Gráfico&#10;&#10;Descrição gerada automaticamente">
            <a:extLst>
              <a:ext uri="{FF2B5EF4-FFF2-40B4-BE49-F238E27FC236}">
                <a16:creationId xmlns:a16="http://schemas.microsoft.com/office/drawing/2014/main" id="{C2AFB469-9B6A-3604-5CAB-62B475CF4A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22380"/>
            <a:ext cx="8118937" cy="89046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35169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  <p:pic>
        <p:nvPicPr>
          <p:cNvPr id="3" name="Imagem 2" descr="Gráfico&#10;&#10;Descrição gerada automaticamente">
            <a:extLst>
              <a:ext uri="{FF2B5EF4-FFF2-40B4-BE49-F238E27FC236}">
                <a16:creationId xmlns:a16="http://schemas.microsoft.com/office/drawing/2014/main" id="{EA021158-5D30-E6DA-F42F-CD5AD244F5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-107911"/>
            <a:ext cx="1521233" cy="16684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28465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9">
            <a:extLst>
              <a:ext uri="{FF2B5EF4-FFF2-40B4-BE49-F238E27FC236}">
                <a16:creationId xmlns:a16="http://schemas.microsoft.com/office/drawing/2014/main" id="{4D08E539-2F46-08AD-E384-B5BA7B0B0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/>
          <a:p>
            <a:pPr algn="l"/>
            <a:endParaRPr lang="pt-BR" sz="6173"/>
          </a:p>
        </p:txBody>
      </p:sp>
      <p:sp>
        <p:nvSpPr>
          <p:cNvPr id="7" name="Subtítulo 10">
            <a:extLst>
              <a:ext uri="{FF2B5EF4-FFF2-40B4-BE49-F238E27FC236}">
                <a16:creationId xmlns:a16="http://schemas.microsoft.com/office/drawing/2014/main" id="{668912F8-0578-B2EB-9831-619075335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/>
          <a:p>
            <a:pPr algn="l"/>
            <a:endParaRPr lang="pt-BR"/>
          </a:p>
        </p:txBody>
      </p:sp>
      <p:pic>
        <p:nvPicPr>
          <p:cNvPr id="2" name="Imagem 1" descr="Uma imagem contendo Diagrama&#10;&#10;Descrição gerada automaticamente">
            <a:extLst>
              <a:ext uri="{FF2B5EF4-FFF2-40B4-BE49-F238E27FC236}">
                <a16:creationId xmlns:a16="http://schemas.microsoft.com/office/drawing/2014/main" id="{E27DD352-8CD1-00CA-172D-DD4089BA4F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23434"/>
            <a:ext cx="8118937" cy="89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80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  <p:pic>
        <p:nvPicPr>
          <p:cNvPr id="2" name="Imagem 1" descr="Uma imagem contendo Diagrama&#10;&#10;Descrição gerada automaticamente">
            <a:extLst>
              <a:ext uri="{FF2B5EF4-FFF2-40B4-BE49-F238E27FC236}">
                <a16:creationId xmlns:a16="http://schemas.microsoft.com/office/drawing/2014/main" id="{090917A7-58F1-B31C-7DA7-3681A39B20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84" y="-18599"/>
            <a:ext cx="1521233" cy="166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2871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bg>
      <p:bgPr>
        <a:solidFill>
          <a:srgbClr val="9F4B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3405610A-842F-D53D-CB7E-B9911FF52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DC95A96F-89F6-D288-896C-8D1A4856B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2" name="Imagem 1" descr="Uma imagem contendo Diagrama&#10;&#10;Descrição gerada automaticamente">
            <a:extLst>
              <a:ext uri="{FF2B5EF4-FFF2-40B4-BE49-F238E27FC236}">
                <a16:creationId xmlns:a16="http://schemas.microsoft.com/office/drawing/2014/main" id="{441F0F10-B7DE-90E4-E0B3-07003BE774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23434"/>
            <a:ext cx="8118937" cy="89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7655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6E7AAF86-1B34-9E2A-B595-902CC35EC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23434"/>
            <a:ext cx="1521233" cy="166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009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0317213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6E7AAF86-1B34-9E2A-B595-902CC35EC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483" y="-17565"/>
            <a:ext cx="1521233" cy="1668453"/>
          </a:xfrm>
          <a:prstGeom prst="rect">
            <a:avLst/>
          </a:prstGeom>
        </p:spPr>
      </p:pic>
      <p:sp>
        <p:nvSpPr>
          <p:cNvPr id="54" name="Rectangle 27">
            <a:extLst>
              <a:ext uri="{FF2B5EF4-FFF2-40B4-BE49-F238E27FC236}">
                <a16:creationId xmlns:a16="http://schemas.microsoft.com/office/drawing/2014/main" id="{6C53340B-178E-F167-294A-3EA5286F6149}"/>
              </a:ext>
            </a:extLst>
          </p:cNvPr>
          <p:cNvSpPr/>
          <p:nvPr userDrawn="1"/>
        </p:nvSpPr>
        <p:spPr>
          <a:xfrm>
            <a:off x="11888287" y="44576"/>
            <a:ext cx="2546781" cy="1320349"/>
          </a:xfrm>
          <a:prstGeom prst="roundRect">
            <a:avLst/>
          </a:prstGeom>
          <a:solidFill>
            <a:schemeClr val="bg1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2374" b="1">
              <a:solidFill>
                <a:schemeClr val="tx1"/>
              </a:solidFill>
            </a:endParaRPr>
          </a:p>
        </p:txBody>
      </p:sp>
      <p:sp>
        <p:nvSpPr>
          <p:cNvPr id="56" name="TextBox 33">
            <a:extLst>
              <a:ext uri="{FF2B5EF4-FFF2-40B4-BE49-F238E27FC236}">
                <a16:creationId xmlns:a16="http://schemas.microsoft.com/office/drawing/2014/main" id="{B0159833-070B-7132-C253-506B5DF33A1A}"/>
              </a:ext>
            </a:extLst>
          </p:cNvPr>
          <p:cNvSpPr txBox="1"/>
          <p:nvPr userDrawn="1"/>
        </p:nvSpPr>
        <p:spPr>
          <a:xfrm>
            <a:off x="12698247" y="64885"/>
            <a:ext cx="1063718" cy="45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87"/>
              <a:t>Nota priorização</a:t>
            </a:r>
            <a:endParaRPr lang="en-US" sz="1187"/>
          </a:p>
        </p:txBody>
      </p:sp>
      <p:sp>
        <p:nvSpPr>
          <p:cNvPr id="77" name="Oval 68">
            <a:extLst>
              <a:ext uri="{FF2B5EF4-FFF2-40B4-BE49-F238E27FC236}">
                <a16:creationId xmlns:a16="http://schemas.microsoft.com/office/drawing/2014/main" id="{E479EED1-0092-05E0-8D88-2DC10A64F253}"/>
              </a:ext>
            </a:extLst>
          </p:cNvPr>
          <p:cNvSpPr/>
          <p:nvPr/>
        </p:nvSpPr>
        <p:spPr>
          <a:xfrm>
            <a:off x="1260163" y="55111"/>
            <a:ext cx="219659" cy="2549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23"/>
          </a:p>
        </p:txBody>
      </p:sp>
      <p:sp>
        <p:nvSpPr>
          <p:cNvPr id="78" name="TextBox 71">
            <a:extLst>
              <a:ext uri="{FF2B5EF4-FFF2-40B4-BE49-F238E27FC236}">
                <a16:creationId xmlns:a16="http://schemas.microsoft.com/office/drawing/2014/main" id="{DD04F679-F5CB-4045-6FC8-1F4F9A419C42}"/>
              </a:ext>
            </a:extLst>
          </p:cNvPr>
          <p:cNvSpPr txBox="1"/>
          <p:nvPr/>
        </p:nvSpPr>
        <p:spPr>
          <a:xfrm>
            <a:off x="1467682" y="55108"/>
            <a:ext cx="1566841" cy="312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25"/>
              <a:t>segurança</a:t>
            </a:r>
            <a:endParaRPr lang="en-US" sz="1425"/>
          </a:p>
        </p:txBody>
      </p:sp>
      <p:sp>
        <p:nvSpPr>
          <p:cNvPr id="75" name="Oval 66">
            <a:extLst>
              <a:ext uri="{FF2B5EF4-FFF2-40B4-BE49-F238E27FC236}">
                <a16:creationId xmlns:a16="http://schemas.microsoft.com/office/drawing/2014/main" id="{3FCA57DB-CBE8-CE64-87A9-1198A9F0EE10}"/>
              </a:ext>
            </a:extLst>
          </p:cNvPr>
          <p:cNvSpPr/>
          <p:nvPr/>
        </p:nvSpPr>
        <p:spPr>
          <a:xfrm>
            <a:off x="2620673" y="55111"/>
            <a:ext cx="219659" cy="2549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23"/>
          </a:p>
        </p:txBody>
      </p:sp>
      <p:sp>
        <p:nvSpPr>
          <p:cNvPr id="76" name="TextBox 67">
            <a:extLst>
              <a:ext uri="{FF2B5EF4-FFF2-40B4-BE49-F238E27FC236}">
                <a16:creationId xmlns:a16="http://schemas.microsoft.com/office/drawing/2014/main" id="{4283EF87-51EC-D24B-4E4E-7FCFF0054816}"/>
              </a:ext>
            </a:extLst>
          </p:cNvPr>
          <p:cNvSpPr txBox="1"/>
          <p:nvPr/>
        </p:nvSpPr>
        <p:spPr>
          <a:xfrm>
            <a:off x="2828190" y="55108"/>
            <a:ext cx="1061526" cy="312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25"/>
              <a:t>Gente</a:t>
            </a:r>
            <a:endParaRPr lang="en-US" sz="1425"/>
          </a:p>
        </p:txBody>
      </p:sp>
      <p:sp>
        <p:nvSpPr>
          <p:cNvPr id="73" name="Oval 63">
            <a:extLst>
              <a:ext uri="{FF2B5EF4-FFF2-40B4-BE49-F238E27FC236}">
                <a16:creationId xmlns:a16="http://schemas.microsoft.com/office/drawing/2014/main" id="{672554B3-B4FB-7F00-2753-8F77CDA99215}"/>
              </a:ext>
            </a:extLst>
          </p:cNvPr>
          <p:cNvSpPr/>
          <p:nvPr/>
        </p:nvSpPr>
        <p:spPr>
          <a:xfrm>
            <a:off x="3807713" y="55111"/>
            <a:ext cx="219659" cy="2549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23"/>
          </a:p>
        </p:txBody>
      </p:sp>
      <p:sp>
        <p:nvSpPr>
          <p:cNvPr id="74" name="TextBox 64">
            <a:extLst>
              <a:ext uri="{FF2B5EF4-FFF2-40B4-BE49-F238E27FC236}">
                <a16:creationId xmlns:a16="http://schemas.microsoft.com/office/drawing/2014/main" id="{5A8FB5FD-D764-ABC9-CC08-B7F175111977}"/>
              </a:ext>
            </a:extLst>
          </p:cNvPr>
          <p:cNvSpPr txBox="1"/>
          <p:nvPr/>
        </p:nvSpPr>
        <p:spPr>
          <a:xfrm>
            <a:off x="4014869" y="55109"/>
            <a:ext cx="2029117" cy="312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25"/>
              <a:t>Capacidade &amp; Eficiência</a:t>
            </a:r>
            <a:endParaRPr lang="en-US" sz="1425"/>
          </a:p>
        </p:txBody>
      </p:sp>
      <p:sp>
        <p:nvSpPr>
          <p:cNvPr id="71" name="Oval 61">
            <a:extLst>
              <a:ext uri="{FF2B5EF4-FFF2-40B4-BE49-F238E27FC236}">
                <a16:creationId xmlns:a16="http://schemas.microsoft.com/office/drawing/2014/main" id="{BFD8060A-6F5E-5408-7CB7-2992035FD89D}"/>
              </a:ext>
            </a:extLst>
          </p:cNvPr>
          <p:cNvSpPr/>
          <p:nvPr/>
        </p:nvSpPr>
        <p:spPr>
          <a:xfrm>
            <a:off x="6080086" y="55111"/>
            <a:ext cx="219659" cy="25493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23"/>
          </a:p>
        </p:txBody>
      </p:sp>
      <p:sp>
        <p:nvSpPr>
          <p:cNvPr id="72" name="TextBox 62">
            <a:extLst>
              <a:ext uri="{FF2B5EF4-FFF2-40B4-BE49-F238E27FC236}">
                <a16:creationId xmlns:a16="http://schemas.microsoft.com/office/drawing/2014/main" id="{FB436FE0-0849-13A5-DC23-D6FC5029A0A3}"/>
              </a:ext>
            </a:extLst>
          </p:cNvPr>
          <p:cNvSpPr txBox="1"/>
          <p:nvPr/>
        </p:nvSpPr>
        <p:spPr>
          <a:xfrm>
            <a:off x="6264505" y="55109"/>
            <a:ext cx="851052" cy="312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25"/>
              <a:t>Clientes</a:t>
            </a:r>
            <a:endParaRPr lang="en-US" sz="1425"/>
          </a:p>
        </p:txBody>
      </p:sp>
      <p:sp>
        <p:nvSpPr>
          <p:cNvPr id="69" name="Oval 59">
            <a:extLst>
              <a:ext uri="{FF2B5EF4-FFF2-40B4-BE49-F238E27FC236}">
                <a16:creationId xmlns:a16="http://schemas.microsoft.com/office/drawing/2014/main" id="{C2F35B85-7372-8CD9-438B-698D47ACBBD4}"/>
              </a:ext>
            </a:extLst>
          </p:cNvPr>
          <p:cNvSpPr/>
          <p:nvPr/>
        </p:nvSpPr>
        <p:spPr>
          <a:xfrm>
            <a:off x="7299982" y="55111"/>
            <a:ext cx="219659" cy="25493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23"/>
          </a:p>
        </p:txBody>
      </p:sp>
      <p:sp>
        <p:nvSpPr>
          <p:cNvPr id="70" name="TextBox 60">
            <a:extLst>
              <a:ext uri="{FF2B5EF4-FFF2-40B4-BE49-F238E27FC236}">
                <a16:creationId xmlns:a16="http://schemas.microsoft.com/office/drawing/2014/main" id="{4CCF7C6F-AB79-5091-D345-85486FE16D18}"/>
              </a:ext>
            </a:extLst>
          </p:cNvPr>
          <p:cNvSpPr txBox="1"/>
          <p:nvPr/>
        </p:nvSpPr>
        <p:spPr>
          <a:xfrm>
            <a:off x="7494795" y="55108"/>
            <a:ext cx="1566841" cy="312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25"/>
              <a:t>Regulatório</a:t>
            </a:r>
            <a:endParaRPr lang="en-US" sz="1425"/>
          </a:p>
        </p:txBody>
      </p:sp>
      <p:sp>
        <p:nvSpPr>
          <p:cNvPr id="67" name="Oval 57">
            <a:extLst>
              <a:ext uri="{FF2B5EF4-FFF2-40B4-BE49-F238E27FC236}">
                <a16:creationId xmlns:a16="http://schemas.microsoft.com/office/drawing/2014/main" id="{BF5CF112-3967-6D1E-FBCE-E3CC4B519A6C}"/>
              </a:ext>
            </a:extLst>
          </p:cNvPr>
          <p:cNvSpPr/>
          <p:nvPr/>
        </p:nvSpPr>
        <p:spPr>
          <a:xfrm>
            <a:off x="8839168" y="55111"/>
            <a:ext cx="219659" cy="25493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23"/>
          </a:p>
        </p:txBody>
      </p:sp>
      <p:sp>
        <p:nvSpPr>
          <p:cNvPr id="68" name="TextBox 58">
            <a:extLst>
              <a:ext uri="{FF2B5EF4-FFF2-40B4-BE49-F238E27FC236}">
                <a16:creationId xmlns:a16="http://schemas.microsoft.com/office/drawing/2014/main" id="{736D47C7-D24B-3DDD-137C-8BEB181EDC9F}"/>
              </a:ext>
            </a:extLst>
          </p:cNvPr>
          <p:cNvSpPr txBox="1"/>
          <p:nvPr/>
        </p:nvSpPr>
        <p:spPr>
          <a:xfrm>
            <a:off x="9058826" y="55108"/>
            <a:ext cx="1566841" cy="312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25"/>
              <a:t>Rentabilidade</a:t>
            </a:r>
            <a:endParaRPr lang="en-US" sz="1425"/>
          </a:p>
        </p:txBody>
      </p:sp>
      <p:sp>
        <p:nvSpPr>
          <p:cNvPr id="65" name="Oval 54">
            <a:extLst>
              <a:ext uri="{FF2B5EF4-FFF2-40B4-BE49-F238E27FC236}">
                <a16:creationId xmlns:a16="http://schemas.microsoft.com/office/drawing/2014/main" id="{2C0B7F89-6492-53ED-BC8E-711FCA28F841}"/>
              </a:ext>
            </a:extLst>
          </p:cNvPr>
          <p:cNvSpPr/>
          <p:nvPr/>
        </p:nvSpPr>
        <p:spPr>
          <a:xfrm>
            <a:off x="10324255" y="55111"/>
            <a:ext cx="219659" cy="2549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23"/>
          </a:p>
        </p:txBody>
      </p:sp>
      <p:sp>
        <p:nvSpPr>
          <p:cNvPr id="66" name="TextBox 56">
            <a:extLst>
              <a:ext uri="{FF2B5EF4-FFF2-40B4-BE49-F238E27FC236}">
                <a16:creationId xmlns:a16="http://schemas.microsoft.com/office/drawing/2014/main" id="{5BDD6721-7902-7E02-B005-FA6C9C103610}"/>
              </a:ext>
            </a:extLst>
          </p:cNvPr>
          <p:cNvSpPr txBox="1"/>
          <p:nvPr/>
        </p:nvSpPr>
        <p:spPr>
          <a:xfrm>
            <a:off x="10531774" y="55108"/>
            <a:ext cx="1566841" cy="312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25" err="1"/>
              <a:t>EsG</a:t>
            </a:r>
            <a:endParaRPr lang="en-US" sz="1425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1A4326-7A55-D3D0-2E68-38DDB737B4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23028" y="111644"/>
            <a:ext cx="851717" cy="502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99">
                <a:solidFill>
                  <a:srgbClr val="003865"/>
                </a:solidFill>
              </a:defRPr>
            </a:lvl1pPr>
            <a:lvl5pPr>
              <a:defRPr/>
            </a:lvl5pPr>
          </a:lstStyle>
          <a:p>
            <a:pPr lvl="0"/>
            <a:r>
              <a:rPr lang="pt-BR"/>
              <a:t>x</a:t>
            </a:r>
          </a:p>
        </p:txBody>
      </p:sp>
      <p:pic>
        <p:nvPicPr>
          <p:cNvPr id="8" name="Gráfico 7" descr="Classificação estrutura de tópicos">
            <a:extLst>
              <a:ext uri="{FF2B5EF4-FFF2-40B4-BE49-F238E27FC236}">
                <a16:creationId xmlns:a16="http://schemas.microsoft.com/office/drawing/2014/main" id="{3EE1F386-A4CC-524F-8C5A-E2876559198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36910" y="95336"/>
            <a:ext cx="535976" cy="58784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6BFEE0F-62AA-3A01-FC1B-BA38E6CE3D4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25300" y="2"/>
            <a:ext cx="2428386" cy="1171534"/>
          </a:xfrm>
          <a:prstGeom prst="rect">
            <a:avLst/>
          </a:prstGeom>
        </p:spPr>
      </p:pic>
      <p:sp>
        <p:nvSpPr>
          <p:cNvPr id="10" name="Rectangle 65">
            <a:extLst>
              <a:ext uri="{FF2B5EF4-FFF2-40B4-BE49-F238E27FC236}">
                <a16:creationId xmlns:a16="http://schemas.microsoft.com/office/drawing/2014/main" id="{3FB931A3-4591-3662-D665-A799B7DFD228}"/>
              </a:ext>
            </a:extLst>
          </p:cNvPr>
          <p:cNvSpPr/>
          <p:nvPr userDrawn="1"/>
        </p:nvSpPr>
        <p:spPr bwMode="auto">
          <a:xfrm>
            <a:off x="439319" y="1599297"/>
            <a:ext cx="642592" cy="1493190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15443" marR="0" lvl="0" indent="-15443" algn="ctr" defTabSz="1085433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374" b="1" i="0" u="none" strike="noStrike" kern="0" cap="none" spc="0" normalizeH="0" baseline="0" noProof="0">
              <a:ln>
                <a:noFill/>
              </a:ln>
              <a:solidFill>
                <a:srgbClr val="DBEFF9">
                  <a:lumMod val="65000"/>
                  <a:lumOff val="35000"/>
                </a:srgbClr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CB91DE5-5BA1-5266-0D18-4E280C222A1A}"/>
              </a:ext>
            </a:extLst>
          </p:cNvPr>
          <p:cNvSpPr/>
          <p:nvPr userDrawn="1"/>
        </p:nvSpPr>
        <p:spPr>
          <a:xfrm>
            <a:off x="3023530" y="1599297"/>
            <a:ext cx="11232862" cy="1493190"/>
          </a:xfrm>
          <a:prstGeom prst="roundRect">
            <a:avLst>
              <a:gd name="adj" fmla="val 9735"/>
            </a:avLst>
          </a:prstGeom>
          <a:solidFill>
            <a:srgbClr val="BDCC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10854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306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5C25F98B-8FA4-9915-E629-7BA650963294}"/>
              </a:ext>
            </a:extLst>
          </p:cNvPr>
          <p:cNvSpPr/>
          <p:nvPr userDrawn="1"/>
        </p:nvSpPr>
        <p:spPr bwMode="auto">
          <a:xfrm>
            <a:off x="3034762" y="5431317"/>
            <a:ext cx="7060972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REsULTADOs</a:t>
            </a:r>
            <a:r>
              <a:rPr kumimoji="0" lang="pt-BR" sz="1425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 </a:t>
            </a: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EsPERADOs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EE6A22E6-AF97-2165-7E48-EF03B02BDE50}"/>
              </a:ext>
            </a:extLst>
          </p:cNvPr>
          <p:cNvSpPr/>
          <p:nvPr userDrawn="1"/>
        </p:nvSpPr>
        <p:spPr bwMode="auto">
          <a:xfrm>
            <a:off x="3034762" y="5891069"/>
            <a:ext cx="7060972" cy="2539454"/>
          </a:xfrm>
          <a:prstGeom prst="roundRect">
            <a:avLst>
              <a:gd name="adj" fmla="val 3419"/>
            </a:avLst>
          </a:prstGeom>
          <a:solidFill>
            <a:schemeClr val="bg2"/>
          </a:solidFill>
          <a:ln w="9525" cap="flat" cmpd="sng" algn="ctr">
            <a:solidFill>
              <a:srgbClr val="002D5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356"/>
              </a:spcBef>
              <a:defRPr/>
            </a:pPr>
            <a:endParaRPr kumimoji="0" lang="pt-BR" sz="142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6EBB866A-2E98-A46E-BD8B-091E3119991E}"/>
              </a:ext>
            </a:extLst>
          </p:cNvPr>
          <p:cNvSpPr/>
          <p:nvPr userDrawn="1"/>
        </p:nvSpPr>
        <p:spPr bwMode="auto">
          <a:xfrm>
            <a:off x="467112" y="3323668"/>
            <a:ext cx="2437832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PREDECEssOREs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310DE80-CCB5-561D-7FA2-60BC07D40BFE}"/>
              </a:ext>
            </a:extLst>
          </p:cNvPr>
          <p:cNvSpPr/>
          <p:nvPr userDrawn="1"/>
        </p:nvSpPr>
        <p:spPr bwMode="auto">
          <a:xfrm>
            <a:off x="3023530" y="3323668"/>
            <a:ext cx="7062858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OBJETIVOs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24" name="Rectangle 124">
            <a:extLst>
              <a:ext uri="{FF2B5EF4-FFF2-40B4-BE49-F238E27FC236}">
                <a16:creationId xmlns:a16="http://schemas.microsoft.com/office/drawing/2014/main" id="{8F673846-8646-20D3-F722-102D14970B20}"/>
              </a:ext>
            </a:extLst>
          </p:cNvPr>
          <p:cNvSpPr/>
          <p:nvPr userDrawn="1"/>
        </p:nvSpPr>
        <p:spPr bwMode="auto">
          <a:xfrm>
            <a:off x="10208747" y="6899993"/>
            <a:ext cx="4063695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DEsAFIOs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25" name="Rectangle 55">
            <a:extLst>
              <a:ext uri="{FF2B5EF4-FFF2-40B4-BE49-F238E27FC236}">
                <a16:creationId xmlns:a16="http://schemas.microsoft.com/office/drawing/2014/main" id="{9006A4B3-1329-2876-A29B-1CE1B9DBD7E9}"/>
              </a:ext>
            </a:extLst>
          </p:cNvPr>
          <p:cNvSpPr/>
          <p:nvPr userDrawn="1"/>
        </p:nvSpPr>
        <p:spPr bwMode="auto">
          <a:xfrm>
            <a:off x="10200720" y="5891068"/>
            <a:ext cx="4047648" cy="860306"/>
          </a:xfrm>
          <a:prstGeom prst="roundRect">
            <a:avLst>
              <a:gd name="adj" fmla="val 2910"/>
            </a:avLst>
          </a:prstGeom>
          <a:solidFill>
            <a:schemeClr val="bg2"/>
          </a:solidFill>
          <a:ln w="9525" cap="flat" cmpd="sng" algn="ctr">
            <a:solidFill>
              <a:srgbClr val="002D5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 typeface="EYInterstate" panose="02000503020000020004" pitchFamily="2" charset="0"/>
              <a:buNone/>
              <a:tabLst/>
              <a:defRPr/>
            </a:pPr>
            <a:endParaRPr lang="pt-BR" sz="1306" kern="0">
              <a:solidFill>
                <a:prstClr val="black"/>
              </a:solidFill>
              <a:latin typeface="Calibri Light" panose="020F0302020204030204"/>
              <a:ea typeface="MS PGothic"/>
            </a:endParaRPr>
          </a:p>
        </p:txBody>
      </p:sp>
      <p:sp>
        <p:nvSpPr>
          <p:cNvPr id="26" name="Rectangle 41">
            <a:extLst>
              <a:ext uri="{FF2B5EF4-FFF2-40B4-BE49-F238E27FC236}">
                <a16:creationId xmlns:a16="http://schemas.microsoft.com/office/drawing/2014/main" id="{A1E90D01-2607-7728-6478-3A5FF071C36B}"/>
              </a:ext>
            </a:extLst>
          </p:cNvPr>
          <p:cNvSpPr/>
          <p:nvPr userDrawn="1"/>
        </p:nvSpPr>
        <p:spPr bwMode="auto">
          <a:xfrm>
            <a:off x="472684" y="5431317"/>
            <a:ext cx="2437832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REsPONsÁVEIs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27" name="Rectangle 39">
            <a:extLst>
              <a:ext uri="{FF2B5EF4-FFF2-40B4-BE49-F238E27FC236}">
                <a16:creationId xmlns:a16="http://schemas.microsoft.com/office/drawing/2014/main" id="{D0DA60B8-4892-9CAF-0260-EC056085BACD}"/>
              </a:ext>
            </a:extLst>
          </p:cNvPr>
          <p:cNvSpPr/>
          <p:nvPr userDrawn="1"/>
        </p:nvSpPr>
        <p:spPr bwMode="auto">
          <a:xfrm>
            <a:off x="481377" y="7690233"/>
            <a:ext cx="2437832" cy="74029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rgbClr val="002D5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61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28" name="Rectangle 44">
            <a:extLst>
              <a:ext uri="{FF2B5EF4-FFF2-40B4-BE49-F238E27FC236}">
                <a16:creationId xmlns:a16="http://schemas.microsoft.com/office/drawing/2014/main" id="{B8912EC2-0912-9B64-1D60-6DCA090CA363}"/>
              </a:ext>
            </a:extLst>
          </p:cNvPr>
          <p:cNvSpPr/>
          <p:nvPr userDrawn="1"/>
        </p:nvSpPr>
        <p:spPr bwMode="auto">
          <a:xfrm>
            <a:off x="466412" y="7203969"/>
            <a:ext cx="2437832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PRAZO</a:t>
            </a:r>
          </a:p>
        </p:txBody>
      </p:sp>
      <p:sp>
        <p:nvSpPr>
          <p:cNvPr id="29" name="Oval 5">
            <a:extLst>
              <a:ext uri="{FF2B5EF4-FFF2-40B4-BE49-F238E27FC236}">
                <a16:creationId xmlns:a16="http://schemas.microsoft.com/office/drawing/2014/main" id="{EFD45593-9B41-E016-9769-23C30118EFA5}"/>
              </a:ext>
            </a:extLst>
          </p:cNvPr>
          <p:cNvSpPr/>
          <p:nvPr userDrawn="1"/>
        </p:nvSpPr>
        <p:spPr>
          <a:xfrm>
            <a:off x="468514" y="3767280"/>
            <a:ext cx="2436431" cy="1493851"/>
          </a:xfrm>
          <a:prstGeom prst="roundRect">
            <a:avLst>
              <a:gd name="adj" fmla="val 6673"/>
            </a:avLst>
          </a:prstGeom>
          <a:solidFill>
            <a:schemeClr val="bg1"/>
          </a:solidFill>
          <a:ln w="9525">
            <a:solidFill>
              <a:srgbClr val="002D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99" b="1" i="0" u="none" strike="noStrike" kern="1200" cap="none" spc="0" normalizeH="0" baseline="0" noProof="0">
              <a:ln>
                <a:noFill/>
              </a:ln>
              <a:solidFill>
                <a:srgbClr val="002D5B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Rectangle 38">
            <a:extLst>
              <a:ext uri="{FF2B5EF4-FFF2-40B4-BE49-F238E27FC236}">
                <a16:creationId xmlns:a16="http://schemas.microsoft.com/office/drawing/2014/main" id="{8ECD6549-1FA7-DFC0-1B6F-9711C5FF63BF}"/>
              </a:ext>
            </a:extLst>
          </p:cNvPr>
          <p:cNvSpPr/>
          <p:nvPr userDrawn="1"/>
        </p:nvSpPr>
        <p:spPr bwMode="auto">
          <a:xfrm>
            <a:off x="10208745" y="3323668"/>
            <a:ext cx="4047648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INVEsTIMENTO</a:t>
            </a:r>
            <a:r>
              <a:rPr kumimoji="0" lang="pt-BR" sz="1425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 </a:t>
            </a: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EsTIMADO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31" name="Oval 5">
            <a:extLst>
              <a:ext uri="{FF2B5EF4-FFF2-40B4-BE49-F238E27FC236}">
                <a16:creationId xmlns:a16="http://schemas.microsoft.com/office/drawing/2014/main" id="{96DB01C7-8AEB-B7D1-6A4E-9C87ED93C2CC}"/>
              </a:ext>
            </a:extLst>
          </p:cNvPr>
          <p:cNvSpPr/>
          <p:nvPr userDrawn="1"/>
        </p:nvSpPr>
        <p:spPr>
          <a:xfrm>
            <a:off x="467114" y="5893081"/>
            <a:ext cx="2436431" cy="1165208"/>
          </a:xfrm>
          <a:prstGeom prst="roundRect">
            <a:avLst>
              <a:gd name="adj" fmla="val 6673"/>
            </a:avLst>
          </a:prstGeom>
          <a:solidFill>
            <a:schemeClr val="bg1"/>
          </a:solidFill>
          <a:ln w="9525">
            <a:solidFill>
              <a:srgbClr val="002D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99" b="1" i="0" u="none" strike="noStrike" kern="1200" cap="none" spc="0" normalizeH="0" baseline="0" noProof="0">
              <a:ln>
                <a:noFill/>
              </a:ln>
              <a:solidFill>
                <a:srgbClr val="002D5B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Oval 5">
            <a:extLst>
              <a:ext uri="{FF2B5EF4-FFF2-40B4-BE49-F238E27FC236}">
                <a16:creationId xmlns:a16="http://schemas.microsoft.com/office/drawing/2014/main" id="{2F47304D-B178-9954-0162-636CE2032385}"/>
              </a:ext>
            </a:extLst>
          </p:cNvPr>
          <p:cNvSpPr/>
          <p:nvPr userDrawn="1"/>
        </p:nvSpPr>
        <p:spPr>
          <a:xfrm>
            <a:off x="3034523" y="3773879"/>
            <a:ext cx="7051866" cy="1493851"/>
          </a:xfrm>
          <a:prstGeom prst="roundRect">
            <a:avLst>
              <a:gd name="adj" fmla="val 6673"/>
            </a:avLst>
          </a:prstGeom>
          <a:solidFill>
            <a:schemeClr val="bg1"/>
          </a:solidFill>
          <a:ln w="9525">
            <a:solidFill>
              <a:srgbClr val="002D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99" b="1" i="0" u="none" strike="noStrike" kern="1200" cap="none" spc="0" normalizeH="0" baseline="0" noProof="0">
              <a:ln>
                <a:noFill/>
              </a:ln>
              <a:solidFill>
                <a:srgbClr val="002D5B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aphicFrame>
        <p:nvGraphicFramePr>
          <p:cNvPr id="35" name="Table 9">
            <a:extLst>
              <a:ext uri="{FF2B5EF4-FFF2-40B4-BE49-F238E27FC236}">
                <a16:creationId xmlns:a16="http://schemas.microsoft.com/office/drawing/2014/main" id="{36D53106-9367-4F48-D230-BAA3D81143D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21944155"/>
              </p:ext>
            </p:extLst>
          </p:nvPr>
        </p:nvGraphicFramePr>
        <p:xfrm>
          <a:off x="10229870" y="3779123"/>
          <a:ext cx="4026522" cy="1727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174">
                  <a:extLst>
                    <a:ext uri="{9D8B030D-6E8A-4147-A177-3AD203B41FA5}">
                      <a16:colId xmlns:a16="http://schemas.microsoft.com/office/drawing/2014/main" val="499333551"/>
                    </a:ext>
                  </a:extLst>
                </a:gridCol>
                <a:gridCol w="1342174">
                  <a:extLst>
                    <a:ext uri="{9D8B030D-6E8A-4147-A177-3AD203B41FA5}">
                      <a16:colId xmlns:a16="http://schemas.microsoft.com/office/drawing/2014/main" val="3373606356"/>
                    </a:ext>
                  </a:extLst>
                </a:gridCol>
                <a:gridCol w="1342174">
                  <a:extLst>
                    <a:ext uri="{9D8B030D-6E8A-4147-A177-3AD203B41FA5}">
                      <a16:colId xmlns:a16="http://schemas.microsoft.com/office/drawing/2014/main" val="907340565"/>
                    </a:ext>
                  </a:extLst>
                </a:gridCol>
              </a:tblGrid>
              <a:tr h="761749">
                <a:tc>
                  <a:txBody>
                    <a:bodyPr/>
                    <a:lstStyle/>
                    <a:p>
                      <a:pPr algn="ctr"/>
                      <a:r>
                        <a:rPr lang="en-US" sz="2100" err="1"/>
                        <a:t>Período</a:t>
                      </a:r>
                      <a:endParaRPr lang="en-US" sz="2100"/>
                    </a:p>
                  </a:txBody>
                  <a:tcPr marL="108538" marR="108538" marT="59520" marB="59520">
                    <a:solidFill>
                      <a:srgbClr val="32A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/>
                        <a:t>2024</a:t>
                      </a:r>
                      <a:endParaRPr lang="en-US" sz="2100"/>
                    </a:p>
                  </a:txBody>
                  <a:tcPr marL="108538" marR="108538" marT="59520" marB="59520">
                    <a:solidFill>
                      <a:srgbClr val="32A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/>
                        <a:t>2025-2026</a:t>
                      </a:r>
                      <a:endParaRPr lang="en-US" sz="2100"/>
                    </a:p>
                  </a:txBody>
                  <a:tcPr marL="108538" marR="108538" marT="59520" marB="59520">
                    <a:solidFill>
                      <a:srgbClr val="32A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600215"/>
                  </a:ext>
                </a:extLst>
              </a:tr>
              <a:tr h="482778"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Capex</a:t>
                      </a:r>
                    </a:p>
                  </a:txBody>
                  <a:tcPr marL="108538" marR="108538" marT="59520" marB="595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100"/>
                    </a:p>
                  </a:txBody>
                  <a:tcPr marL="108538" marR="108538" marT="59520" marB="595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100"/>
                    </a:p>
                  </a:txBody>
                  <a:tcPr marL="108538" marR="108538" marT="59520" marB="5952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57463"/>
                  </a:ext>
                </a:extLst>
              </a:tr>
              <a:tr h="482778">
                <a:tc>
                  <a:txBody>
                    <a:bodyPr/>
                    <a:lstStyle/>
                    <a:p>
                      <a:pPr algn="ctr"/>
                      <a:r>
                        <a:rPr lang="en-US" sz="2100" err="1"/>
                        <a:t>Opex</a:t>
                      </a:r>
                      <a:endParaRPr lang="en-US" sz="2100"/>
                    </a:p>
                  </a:txBody>
                  <a:tcPr marL="108538" marR="108538" marT="59520" marB="595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100"/>
                    </a:p>
                  </a:txBody>
                  <a:tcPr marL="108538" marR="108538" marT="59520" marB="595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100"/>
                    </a:p>
                  </a:txBody>
                  <a:tcPr marL="108538" marR="108538" marT="59520" marB="5952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786696"/>
                  </a:ext>
                </a:extLst>
              </a:tr>
            </a:tbl>
          </a:graphicData>
        </a:graphic>
      </p:graphicFrame>
      <p:sp>
        <p:nvSpPr>
          <p:cNvPr id="34" name="Espaço Reservado para Texto 3">
            <a:extLst>
              <a:ext uri="{FF2B5EF4-FFF2-40B4-BE49-F238E27FC236}">
                <a16:creationId xmlns:a16="http://schemas.microsoft.com/office/drawing/2014/main" id="{A59D8F45-054A-C612-97F6-D5109DD3F1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806710" y="4276498"/>
            <a:ext cx="851717" cy="502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99">
                <a:solidFill>
                  <a:srgbClr val="003865"/>
                </a:solidFill>
              </a:defRPr>
            </a:lvl1pPr>
            <a:lvl5pPr>
              <a:defRPr/>
            </a:lvl5pPr>
          </a:lstStyle>
          <a:p>
            <a:pPr lvl="0"/>
            <a:r>
              <a:rPr lang="pt-BR"/>
              <a:t>x</a:t>
            </a:r>
          </a:p>
        </p:txBody>
      </p:sp>
      <p:sp>
        <p:nvSpPr>
          <p:cNvPr id="36" name="Espaço Reservado para Texto 3">
            <a:extLst>
              <a:ext uri="{FF2B5EF4-FFF2-40B4-BE49-F238E27FC236}">
                <a16:creationId xmlns:a16="http://schemas.microsoft.com/office/drawing/2014/main" id="{22049FBF-824F-A114-C45F-8A19C23630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54480" y="4276498"/>
            <a:ext cx="851717" cy="502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99">
                <a:solidFill>
                  <a:srgbClr val="003865"/>
                </a:solidFill>
              </a:defRPr>
            </a:lvl1pPr>
            <a:lvl5pPr>
              <a:defRPr/>
            </a:lvl5pPr>
          </a:lstStyle>
          <a:p>
            <a:pPr lvl="0"/>
            <a:r>
              <a:rPr lang="pt-BR"/>
              <a:t>x</a:t>
            </a:r>
          </a:p>
        </p:txBody>
      </p:sp>
      <p:sp>
        <p:nvSpPr>
          <p:cNvPr id="37" name="Rectangle 65">
            <a:extLst>
              <a:ext uri="{FF2B5EF4-FFF2-40B4-BE49-F238E27FC236}">
                <a16:creationId xmlns:a16="http://schemas.microsoft.com/office/drawing/2014/main" id="{46A7155D-2C65-79A2-32A0-F3B2C17BAD9C}"/>
              </a:ext>
            </a:extLst>
          </p:cNvPr>
          <p:cNvSpPr/>
          <p:nvPr userDrawn="1"/>
        </p:nvSpPr>
        <p:spPr bwMode="auto">
          <a:xfrm>
            <a:off x="1186964" y="1961485"/>
            <a:ext cx="1716581" cy="1127811"/>
          </a:xfrm>
          <a:prstGeom prst="roundRect">
            <a:avLst>
              <a:gd name="adj" fmla="val 5506"/>
            </a:avLst>
          </a:prstGeom>
          <a:solidFill>
            <a:srgbClr val="1E9F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15443" marR="0" lvl="0" indent="-15443" algn="ctr" defTabSz="1085433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374" b="1" i="0" u="none" strike="noStrike" kern="0" cap="none" spc="0" normalizeH="0" baseline="0" noProof="0">
              <a:ln>
                <a:noFill/>
              </a:ln>
              <a:solidFill>
                <a:srgbClr val="DBEFF9">
                  <a:lumMod val="65000"/>
                  <a:lumOff val="35000"/>
                </a:srgbClr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54D3733A-6050-1799-0972-579B4947B610}"/>
              </a:ext>
            </a:extLst>
          </p:cNvPr>
          <p:cNvSpPr/>
          <p:nvPr userDrawn="1"/>
        </p:nvSpPr>
        <p:spPr bwMode="auto">
          <a:xfrm>
            <a:off x="1186964" y="1579542"/>
            <a:ext cx="1716581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PROGRAMAs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39" name="TextBox 33">
            <a:extLst>
              <a:ext uri="{FF2B5EF4-FFF2-40B4-BE49-F238E27FC236}">
                <a16:creationId xmlns:a16="http://schemas.microsoft.com/office/drawing/2014/main" id="{EE512A65-2B10-B969-3311-57A63443CB72}"/>
              </a:ext>
            </a:extLst>
          </p:cNvPr>
          <p:cNvSpPr txBox="1"/>
          <p:nvPr userDrawn="1"/>
        </p:nvSpPr>
        <p:spPr>
          <a:xfrm>
            <a:off x="12746278" y="763437"/>
            <a:ext cx="1063718" cy="276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87"/>
              <a:t>Iniciativas </a:t>
            </a:r>
            <a:endParaRPr lang="en-US" sz="1187"/>
          </a:p>
        </p:txBody>
      </p:sp>
      <p:pic>
        <p:nvPicPr>
          <p:cNvPr id="41" name="Gráfico 40" descr="Lâmpada e lápis estrutura de tópicos">
            <a:extLst>
              <a:ext uri="{FF2B5EF4-FFF2-40B4-BE49-F238E27FC236}">
                <a16:creationId xmlns:a16="http://schemas.microsoft.com/office/drawing/2014/main" id="{1876E2AB-CEC6-E395-1027-FCDF688FF44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96430" y="697917"/>
            <a:ext cx="535976" cy="587846"/>
          </a:xfrm>
          <a:prstGeom prst="rect">
            <a:avLst/>
          </a:prstGeom>
        </p:spPr>
      </p:pic>
      <p:sp>
        <p:nvSpPr>
          <p:cNvPr id="42" name="Espaço Reservado para Texto 3">
            <a:extLst>
              <a:ext uri="{FF2B5EF4-FFF2-40B4-BE49-F238E27FC236}">
                <a16:creationId xmlns:a16="http://schemas.microsoft.com/office/drawing/2014/main" id="{0DFB8D27-9F42-A53D-FA38-856491411E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23028" y="740581"/>
            <a:ext cx="851717" cy="502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99">
                <a:solidFill>
                  <a:srgbClr val="003865"/>
                </a:solidFill>
              </a:defRPr>
            </a:lvl1pPr>
            <a:lvl5pPr>
              <a:defRPr/>
            </a:lvl5pPr>
          </a:lstStyle>
          <a:p>
            <a:pPr lvl="0"/>
            <a:r>
              <a:rPr lang="pt-BR"/>
              <a:t>x</a:t>
            </a:r>
          </a:p>
        </p:txBody>
      </p:sp>
      <p:sp>
        <p:nvSpPr>
          <p:cNvPr id="2" name="Rectangle 38">
            <a:extLst>
              <a:ext uri="{FF2B5EF4-FFF2-40B4-BE49-F238E27FC236}">
                <a16:creationId xmlns:a16="http://schemas.microsoft.com/office/drawing/2014/main" id="{D2F7F62E-3488-90A8-46D0-98CEC7C44904}"/>
              </a:ext>
            </a:extLst>
          </p:cNvPr>
          <p:cNvSpPr/>
          <p:nvPr userDrawn="1"/>
        </p:nvSpPr>
        <p:spPr bwMode="auto">
          <a:xfrm>
            <a:off x="10184760" y="5431317"/>
            <a:ext cx="4047648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EXPECTATIVA </a:t>
            </a: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BENEFÍCIOs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836AA6D0-2431-6155-02C0-F22AF51E7D7E}"/>
              </a:ext>
            </a:extLst>
          </p:cNvPr>
          <p:cNvSpPr/>
          <p:nvPr userDrawn="1"/>
        </p:nvSpPr>
        <p:spPr bwMode="auto">
          <a:xfrm>
            <a:off x="10200721" y="7352590"/>
            <a:ext cx="4063695" cy="1077933"/>
          </a:xfrm>
          <a:prstGeom prst="roundRect">
            <a:avLst>
              <a:gd name="adj" fmla="val 2910"/>
            </a:avLst>
          </a:prstGeom>
          <a:solidFill>
            <a:schemeClr val="bg2"/>
          </a:solidFill>
          <a:ln w="9525" cap="flat" cmpd="sng" algn="ctr">
            <a:solidFill>
              <a:srgbClr val="002D5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 typeface="EYInterstate" panose="02000503020000020004" pitchFamily="2" charset="0"/>
              <a:buNone/>
              <a:tabLst/>
              <a:defRPr/>
            </a:pPr>
            <a:endParaRPr lang="pt-BR" sz="1306" kern="0">
              <a:solidFill>
                <a:prstClr val="black"/>
              </a:solidFill>
              <a:latin typeface="Calibri Light" panose="020F0302020204030204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17763361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bg>
      <p:bgPr>
        <a:solidFill>
          <a:srgbClr val="1E9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B049F353-7A0D-3121-6242-9C6ED8161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ABD1BD78-2D15-245D-868A-A6EB5211C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2" name="Imagem 1" descr="Uma imagem contendo cena, quarto, segurando&#10;&#10;Descrição gerada automaticamente">
            <a:extLst>
              <a:ext uri="{FF2B5EF4-FFF2-40B4-BE49-F238E27FC236}">
                <a16:creationId xmlns:a16="http://schemas.microsoft.com/office/drawing/2014/main" id="{0D2561BF-687A-B96F-DD3C-0E5411F3BF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0"/>
            <a:ext cx="8118937" cy="89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87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  <p:pic>
        <p:nvPicPr>
          <p:cNvPr id="2" name="Imagem 1" descr="Uma imagem contendo cena, quarto, segurando&#10;&#10;Descrição gerada automaticamente">
            <a:extLst>
              <a:ext uri="{FF2B5EF4-FFF2-40B4-BE49-F238E27FC236}">
                <a16:creationId xmlns:a16="http://schemas.microsoft.com/office/drawing/2014/main" id="{95DD43D4-DB67-B370-581D-091842F00C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521233" cy="166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148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bg>
      <p:bgPr>
        <a:solidFill>
          <a:srgbClr val="FB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B049F353-7A0D-3121-6242-9C6ED8161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ABD1BD78-2D15-245D-868A-A6EB5211C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3" name="Imagem 2" descr="Uma imagem contendo Logotipo&#10;&#10;Descrição gerada automaticamente">
            <a:extLst>
              <a:ext uri="{FF2B5EF4-FFF2-40B4-BE49-F238E27FC236}">
                <a16:creationId xmlns:a16="http://schemas.microsoft.com/office/drawing/2014/main" id="{5B9E908A-F57E-B218-71FA-AF2E0251E9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100161"/>
            <a:ext cx="8118937" cy="89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223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Logotipo&#10;&#10;Descrição gerada automaticamente">
            <a:extLst>
              <a:ext uri="{FF2B5EF4-FFF2-40B4-BE49-F238E27FC236}">
                <a16:creationId xmlns:a16="http://schemas.microsoft.com/office/drawing/2014/main" id="{02B9D245-B01F-0EE2-A19E-1E40000494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0"/>
            <a:ext cx="1521233" cy="1668453"/>
          </a:xfrm>
          <a:prstGeom prst="rect">
            <a:avLst/>
          </a:prstGeom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</p:spTree>
    <p:extLst>
      <p:ext uri="{BB962C8B-B14F-4D97-AF65-F5344CB8AC3E}">
        <p14:creationId xmlns:p14="http://schemas.microsoft.com/office/powerpoint/2010/main" val="26897875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bg>
      <p:bgPr>
        <a:solidFill>
          <a:srgbClr val="7FE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B049F353-7A0D-3121-6242-9C6ED8161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ABD1BD78-2D15-245D-868A-A6EB5211C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2" name="Imagem 1" descr="Uma imagem contendo Diagrama&#10;&#10;Descrição gerada automaticamente">
            <a:extLst>
              <a:ext uri="{FF2B5EF4-FFF2-40B4-BE49-F238E27FC236}">
                <a16:creationId xmlns:a16="http://schemas.microsoft.com/office/drawing/2014/main" id="{FDAE4E51-04E6-53D4-0805-B962DE3190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31811"/>
            <a:ext cx="8118937" cy="89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321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Diagrama&#10;&#10;Descrição gerada automaticamente">
            <a:extLst>
              <a:ext uri="{FF2B5EF4-FFF2-40B4-BE49-F238E27FC236}">
                <a16:creationId xmlns:a16="http://schemas.microsoft.com/office/drawing/2014/main" id="{BCF3371E-BA7C-BC94-439E-B2162637B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0"/>
            <a:ext cx="1521233" cy="1668453"/>
          </a:xfrm>
          <a:prstGeom prst="rect">
            <a:avLst/>
          </a:prstGeom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</p:spTree>
    <p:extLst>
      <p:ext uri="{BB962C8B-B14F-4D97-AF65-F5344CB8AC3E}">
        <p14:creationId xmlns:p14="http://schemas.microsoft.com/office/powerpoint/2010/main" val="5600231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bg>
      <p:bgPr>
        <a:solidFill>
          <a:srgbClr val="F78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B049F353-7A0D-3121-6242-9C6ED8161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ABD1BD78-2D15-245D-868A-A6EB5211C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2EAA3A5E-35A1-1D7B-3939-908A3600CE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23434"/>
            <a:ext cx="8118937" cy="89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889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9EC59A5C-5C38-0E6F-FE82-825762EE5A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23434"/>
            <a:ext cx="1521233" cy="1668453"/>
          </a:xfrm>
          <a:prstGeom prst="rect">
            <a:avLst/>
          </a:prstGeom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</p:spTree>
    <p:extLst>
      <p:ext uri="{BB962C8B-B14F-4D97-AF65-F5344CB8AC3E}">
        <p14:creationId xmlns:p14="http://schemas.microsoft.com/office/powerpoint/2010/main" val="30284667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80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8934-09C1-4B46-81B7-1705EF8E5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351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ítulo 1">
            <a:extLst>
              <a:ext uri="{FF2B5EF4-FFF2-40B4-BE49-F238E27FC236}">
                <a16:creationId xmlns:a16="http://schemas.microsoft.com/office/drawing/2014/main" id="{8510EE61-2BF8-FD95-5A89-48143BA6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683996" y="4050373"/>
            <a:ext cx="6941411" cy="157341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66" name="Retângulo: Cantos Arredondados 267">
            <a:extLst>
              <a:ext uri="{FF2B5EF4-FFF2-40B4-BE49-F238E27FC236}">
                <a16:creationId xmlns:a16="http://schemas.microsoft.com/office/drawing/2014/main" id="{E4CBE433-9AA9-8944-630F-763D1522DBDA}"/>
              </a:ext>
            </a:extLst>
          </p:cNvPr>
          <p:cNvSpPr/>
          <p:nvPr userDrawn="1"/>
        </p:nvSpPr>
        <p:spPr>
          <a:xfrm flipH="1">
            <a:off x="1413249" y="99202"/>
            <a:ext cx="9180453" cy="8717298"/>
          </a:xfrm>
          <a:prstGeom prst="round2DiagRect">
            <a:avLst>
              <a:gd name="adj1" fmla="val 11143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538" tIns="54268" rIns="108538" bIns="54268" rtlCol="0" anchor="ctr"/>
          <a:lstStyle/>
          <a:p>
            <a:pPr algn="ctr"/>
            <a:endParaRPr lang="pt-BR" sz="2423"/>
          </a:p>
        </p:txBody>
      </p:sp>
      <p:sp>
        <p:nvSpPr>
          <p:cNvPr id="167" name="Retângulo: Cantos Arredondados 267">
            <a:extLst>
              <a:ext uri="{FF2B5EF4-FFF2-40B4-BE49-F238E27FC236}">
                <a16:creationId xmlns:a16="http://schemas.microsoft.com/office/drawing/2014/main" id="{8A1F7B69-CC0B-FF58-2D01-1FBEC65D3A4C}"/>
              </a:ext>
            </a:extLst>
          </p:cNvPr>
          <p:cNvSpPr/>
          <p:nvPr userDrawn="1"/>
        </p:nvSpPr>
        <p:spPr>
          <a:xfrm flipH="1">
            <a:off x="10672843" y="99202"/>
            <a:ext cx="3719666" cy="8717298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3"/>
          </a:p>
        </p:txBody>
      </p:sp>
      <p:sp>
        <p:nvSpPr>
          <p:cNvPr id="168" name="CaixaDeTexto 167">
            <a:extLst>
              <a:ext uri="{FF2B5EF4-FFF2-40B4-BE49-F238E27FC236}">
                <a16:creationId xmlns:a16="http://schemas.microsoft.com/office/drawing/2014/main" id="{0078B45A-90C2-49C9-67AD-0599C5EE641E}"/>
              </a:ext>
            </a:extLst>
          </p:cNvPr>
          <p:cNvSpPr txBox="1"/>
          <p:nvPr userDrawn="1"/>
        </p:nvSpPr>
        <p:spPr>
          <a:xfrm>
            <a:off x="1708474" y="68502"/>
            <a:ext cx="3372919" cy="5472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08538" tIns="54268" rIns="108538" bIns="5426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49" b="1">
                <a:solidFill>
                  <a:srgbClr val="003865"/>
                </a:solidFill>
                <a:latin typeface="Bahnschrift"/>
                <a:cs typeface="Calibri"/>
              </a:rPr>
              <a:t>Projetos</a:t>
            </a:r>
            <a:endParaRPr lang="pt-BR" sz="2849" b="1">
              <a:solidFill>
                <a:srgbClr val="003865"/>
              </a:solidFill>
              <a:latin typeface="Bahnschrift"/>
            </a:endParaRPr>
          </a:p>
        </p:txBody>
      </p:sp>
      <p:sp>
        <p:nvSpPr>
          <p:cNvPr id="169" name="CaixaDeTexto 168">
            <a:extLst>
              <a:ext uri="{FF2B5EF4-FFF2-40B4-BE49-F238E27FC236}">
                <a16:creationId xmlns:a16="http://schemas.microsoft.com/office/drawing/2014/main" id="{7122258D-A399-984E-96A0-31EA3A5E3EAB}"/>
              </a:ext>
            </a:extLst>
          </p:cNvPr>
          <p:cNvSpPr txBox="1"/>
          <p:nvPr userDrawn="1"/>
        </p:nvSpPr>
        <p:spPr>
          <a:xfrm>
            <a:off x="11307008" y="292780"/>
            <a:ext cx="2836837" cy="6206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08538" tIns="54268" rIns="108538" bIns="5426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324" b="1">
                <a:solidFill>
                  <a:srgbClr val="003865"/>
                </a:solidFill>
                <a:latin typeface="Bahnschrift"/>
                <a:cs typeface="Calibri"/>
              </a:rPr>
              <a:t>Agenda</a:t>
            </a:r>
            <a:endParaRPr lang="pt-BR" sz="3324" b="1">
              <a:solidFill>
                <a:srgbClr val="7030A0"/>
              </a:solidFill>
              <a:latin typeface="Bahnschrift"/>
            </a:endParaRPr>
          </a:p>
        </p:txBody>
      </p: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081C4F4C-AB90-2F91-59F7-71D40B974D95}"/>
              </a:ext>
            </a:extLst>
          </p:cNvPr>
          <p:cNvSpPr txBox="1"/>
          <p:nvPr userDrawn="1"/>
        </p:nvSpPr>
        <p:spPr>
          <a:xfrm>
            <a:off x="11342298" y="4510919"/>
            <a:ext cx="2897950" cy="6206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08538" tIns="54268" rIns="108538" bIns="5426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324" b="1">
                <a:solidFill>
                  <a:srgbClr val="003865"/>
                </a:solidFill>
                <a:latin typeface="Bahnschrift"/>
                <a:cs typeface="Calibri"/>
              </a:rPr>
              <a:t>Destaques</a:t>
            </a:r>
            <a:endParaRPr lang="pt-BR" sz="3324" b="1">
              <a:solidFill>
                <a:srgbClr val="003865"/>
              </a:solidFill>
              <a:latin typeface="Bahnschrift"/>
            </a:endParaRPr>
          </a:p>
        </p:txBody>
      </p:sp>
      <p:pic>
        <p:nvPicPr>
          <p:cNvPr id="173" name="Gráfico 172" descr="Uma lâmpada">
            <a:extLst>
              <a:ext uri="{FF2B5EF4-FFF2-40B4-BE49-F238E27FC236}">
                <a16:creationId xmlns:a16="http://schemas.microsoft.com/office/drawing/2014/main" id="{36B829D4-CBCC-A5F9-5E03-9BBBF8661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4072" y="-5470"/>
            <a:ext cx="499652" cy="601923"/>
          </a:xfrm>
          <a:prstGeom prst="rect">
            <a:avLst/>
          </a:prstGeom>
        </p:spPr>
      </p:pic>
      <p:pic>
        <p:nvPicPr>
          <p:cNvPr id="174" name="Gráfico 173" descr="Fita de premiação com estrela">
            <a:extLst>
              <a:ext uri="{FF2B5EF4-FFF2-40B4-BE49-F238E27FC236}">
                <a16:creationId xmlns:a16="http://schemas.microsoft.com/office/drawing/2014/main" id="{AC3C4991-E814-8543-46C6-9B00DB78911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46557" y="4469755"/>
            <a:ext cx="646712" cy="734100"/>
          </a:xfrm>
          <a:prstGeom prst="rect">
            <a:avLst/>
          </a:prstGeom>
        </p:spPr>
      </p:pic>
      <p:pic>
        <p:nvPicPr>
          <p:cNvPr id="175" name="Gráfico 174" descr="Caneta de Caligrafia com preenchimento sólido">
            <a:extLst>
              <a:ext uri="{FF2B5EF4-FFF2-40B4-BE49-F238E27FC236}">
                <a16:creationId xmlns:a16="http://schemas.microsoft.com/office/drawing/2014/main" id="{75B134E7-F86C-E3E1-3FFA-B9D45166CC3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15261" y="331586"/>
            <a:ext cx="498050" cy="55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2506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1B234-C2BE-F937-3744-57DE6C5FF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tângulo: Cantos Arredondados 267">
            <a:extLst>
              <a:ext uri="{FF2B5EF4-FFF2-40B4-BE49-F238E27FC236}">
                <a16:creationId xmlns:a16="http://schemas.microsoft.com/office/drawing/2014/main" id="{18E97968-8D99-91FE-3CD3-7000DE38D1B7}"/>
              </a:ext>
            </a:extLst>
          </p:cNvPr>
          <p:cNvSpPr/>
          <p:nvPr userDrawn="1"/>
        </p:nvSpPr>
        <p:spPr>
          <a:xfrm flipH="1">
            <a:off x="1248180" y="70858"/>
            <a:ext cx="13118484" cy="9202463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538" tIns="54268" rIns="108538" bIns="54268" rtlCol="0" anchor="ctr"/>
          <a:lstStyle/>
          <a:p>
            <a:pPr algn="ctr"/>
            <a:endParaRPr lang="pt-BR" sz="2423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3A53BF95-B2F6-6C48-F887-835683164AE7}"/>
              </a:ext>
            </a:extLst>
          </p:cNvPr>
          <p:cNvGrpSpPr/>
          <p:nvPr userDrawn="1"/>
        </p:nvGrpSpPr>
        <p:grpSpPr>
          <a:xfrm>
            <a:off x="1473009" y="113374"/>
            <a:ext cx="3711752" cy="623549"/>
            <a:chOff x="1240971" y="87086"/>
            <a:chExt cx="3127057" cy="478971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98916D80-E315-DCD4-0D7C-BE834BDC1509}"/>
                </a:ext>
              </a:extLst>
            </p:cNvPr>
            <p:cNvSpPr txBox="1"/>
            <p:nvPr/>
          </p:nvSpPr>
          <p:spPr>
            <a:xfrm>
              <a:off x="1722371" y="107047"/>
              <a:ext cx="2645657" cy="40939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2849" b="1">
                  <a:solidFill>
                    <a:srgbClr val="003865"/>
                  </a:solidFill>
                  <a:latin typeface="Bahnschrift"/>
                  <a:cs typeface="Calibri"/>
                </a:rPr>
                <a:t>Linha do Tempo</a:t>
              </a:r>
              <a:endParaRPr lang="pt-BR" sz="2849" b="1" err="1">
                <a:solidFill>
                  <a:srgbClr val="003865"/>
                </a:solidFill>
                <a:latin typeface="Bahnschrift"/>
              </a:endParaRPr>
            </a:p>
          </p:txBody>
        </p:sp>
        <p:pic>
          <p:nvPicPr>
            <p:cNvPr id="6" name="Gráfico 5" descr="Rota (dois pinos em um caminho) estrutura de tópicos">
              <a:extLst>
                <a:ext uri="{FF2B5EF4-FFF2-40B4-BE49-F238E27FC236}">
                  <a16:creationId xmlns:a16="http://schemas.microsoft.com/office/drawing/2014/main" id="{56ED99AD-9A4D-3017-4CD2-6F708B13E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40971" y="87086"/>
              <a:ext cx="478971" cy="478971"/>
            </a:xfrm>
            <a:prstGeom prst="rect">
              <a:avLst/>
            </a:prstGeom>
          </p:spPr>
        </p:pic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55285ED6-F6D4-D162-C550-7CCF14DD91F4}"/>
              </a:ext>
            </a:extLst>
          </p:cNvPr>
          <p:cNvGrpSpPr/>
          <p:nvPr userDrawn="1"/>
        </p:nvGrpSpPr>
        <p:grpSpPr>
          <a:xfrm>
            <a:off x="1465748" y="942958"/>
            <a:ext cx="12773563" cy="7596411"/>
            <a:chOff x="1234854" y="724319"/>
            <a:chExt cx="10761405" cy="5835081"/>
          </a:xfrm>
        </p:grpSpPr>
        <p:pic>
          <p:nvPicPr>
            <p:cNvPr id="8" name="Gráfico 7" descr="Linhas de grade">
              <a:extLst>
                <a:ext uri="{FF2B5EF4-FFF2-40B4-BE49-F238E27FC236}">
                  <a16:creationId xmlns:a16="http://schemas.microsoft.com/office/drawing/2014/main" id="{8B3278CB-5893-87E6-2056-DC1DCA9EB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7315" y="724319"/>
              <a:ext cx="4162202" cy="4115139"/>
            </a:xfrm>
            <a:prstGeom prst="rect">
              <a:avLst/>
            </a:prstGeom>
          </p:spPr>
        </p:pic>
        <p:pic>
          <p:nvPicPr>
            <p:cNvPr id="9" name="Gráfico 8" descr="Linhas de grade">
              <a:extLst>
                <a:ext uri="{FF2B5EF4-FFF2-40B4-BE49-F238E27FC236}">
                  <a16:creationId xmlns:a16="http://schemas.microsoft.com/office/drawing/2014/main" id="{8DA91297-7182-D182-7BDB-62D803415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58200" y="724319"/>
              <a:ext cx="4162202" cy="4115139"/>
            </a:xfrm>
            <a:prstGeom prst="rect">
              <a:avLst/>
            </a:prstGeom>
          </p:spPr>
        </p:pic>
        <p:pic>
          <p:nvPicPr>
            <p:cNvPr id="10" name="Gráfico 9" descr="Linhas de grade">
              <a:extLst>
                <a:ext uri="{FF2B5EF4-FFF2-40B4-BE49-F238E27FC236}">
                  <a16:creationId xmlns:a16="http://schemas.microsoft.com/office/drawing/2014/main" id="{A222F3A9-3439-3631-ADAE-78B10FC19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34057" y="724319"/>
              <a:ext cx="4162202" cy="4115139"/>
            </a:xfrm>
            <a:prstGeom prst="rect">
              <a:avLst/>
            </a:prstGeom>
          </p:spPr>
        </p:pic>
        <p:pic>
          <p:nvPicPr>
            <p:cNvPr id="11" name="Gráfico 10" descr="Linhas de grade">
              <a:extLst>
                <a:ext uri="{FF2B5EF4-FFF2-40B4-BE49-F238E27FC236}">
                  <a16:creationId xmlns:a16="http://schemas.microsoft.com/office/drawing/2014/main" id="{AA0A1210-895A-2D7F-7AA4-209E6B326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7315" y="2444261"/>
              <a:ext cx="4162202" cy="4115139"/>
            </a:xfrm>
            <a:prstGeom prst="rect">
              <a:avLst/>
            </a:prstGeom>
          </p:spPr>
        </p:pic>
        <p:pic>
          <p:nvPicPr>
            <p:cNvPr id="12" name="Gráfico 11" descr="Linhas de grade">
              <a:extLst>
                <a:ext uri="{FF2B5EF4-FFF2-40B4-BE49-F238E27FC236}">
                  <a16:creationId xmlns:a16="http://schemas.microsoft.com/office/drawing/2014/main" id="{D6096FE3-106C-0689-29EC-3B5678452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58200" y="2444261"/>
              <a:ext cx="4162202" cy="4115139"/>
            </a:xfrm>
            <a:prstGeom prst="rect">
              <a:avLst/>
            </a:prstGeom>
          </p:spPr>
        </p:pic>
        <p:pic>
          <p:nvPicPr>
            <p:cNvPr id="13" name="Gráfico 12" descr="Linhas de grade">
              <a:extLst>
                <a:ext uri="{FF2B5EF4-FFF2-40B4-BE49-F238E27FC236}">
                  <a16:creationId xmlns:a16="http://schemas.microsoft.com/office/drawing/2014/main" id="{46AD6C75-26AC-5CC1-3E03-F9530C3E9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34057" y="2444261"/>
              <a:ext cx="4162202" cy="4115139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37383267-E93F-939E-B710-B63E58A598C5}"/>
                </a:ext>
              </a:extLst>
            </p:cNvPr>
            <p:cNvSpPr txBox="1"/>
            <p:nvPr/>
          </p:nvSpPr>
          <p:spPr>
            <a:xfrm>
              <a:off x="2954436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11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E5330AD-DCA4-1652-A821-9944FA27DDC1}"/>
                </a:ext>
              </a:extLst>
            </p:cNvPr>
            <p:cNvSpPr txBox="1"/>
            <p:nvPr/>
          </p:nvSpPr>
          <p:spPr>
            <a:xfrm>
              <a:off x="3302779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12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B8B836-4D8D-1A94-B875-7662C3D7F0D6}"/>
                </a:ext>
              </a:extLst>
            </p:cNvPr>
            <p:cNvSpPr txBox="1"/>
            <p:nvPr/>
          </p:nvSpPr>
          <p:spPr>
            <a:xfrm>
              <a:off x="3659081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01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FF9434FD-D137-D885-7137-9D91EA26A927}"/>
                </a:ext>
              </a:extLst>
            </p:cNvPr>
            <p:cNvSpPr txBox="1"/>
            <p:nvPr/>
          </p:nvSpPr>
          <p:spPr>
            <a:xfrm>
              <a:off x="4011403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02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529E5D0B-65F5-C5D3-CDA8-B7E467F14181}"/>
                </a:ext>
              </a:extLst>
            </p:cNvPr>
            <p:cNvSpPr txBox="1"/>
            <p:nvPr/>
          </p:nvSpPr>
          <p:spPr>
            <a:xfrm>
              <a:off x="4355532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03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F19E48BD-7659-EE78-FC05-57B0F5285BE7}"/>
                </a:ext>
              </a:extLst>
            </p:cNvPr>
            <p:cNvSpPr txBox="1"/>
            <p:nvPr/>
          </p:nvSpPr>
          <p:spPr>
            <a:xfrm>
              <a:off x="4707855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04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4A7203AB-C9ED-12D7-7B9E-51E6249D487D}"/>
                </a:ext>
              </a:extLst>
            </p:cNvPr>
            <p:cNvSpPr txBox="1"/>
            <p:nvPr/>
          </p:nvSpPr>
          <p:spPr>
            <a:xfrm>
              <a:off x="5060177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05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24148E81-3A8E-FBB3-2B41-AA95FE6ED518}"/>
                </a:ext>
              </a:extLst>
            </p:cNvPr>
            <p:cNvSpPr txBox="1"/>
            <p:nvPr/>
          </p:nvSpPr>
          <p:spPr>
            <a:xfrm>
              <a:off x="5387920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06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2EF2ABCC-CBBD-5E5E-A0D4-3C9550273F9C}"/>
                </a:ext>
              </a:extLst>
            </p:cNvPr>
            <p:cNvSpPr txBox="1"/>
            <p:nvPr/>
          </p:nvSpPr>
          <p:spPr>
            <a:xfrm>
              <a:off x="5740242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07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769BBFD1-B425-90DA-A367-AF63E65BF367}"/>
                </a:ext>
              </a:extLst>
            </p:cNvPr>
            <p:cNvSpPr txBox="1"/>
            <p:nvPr/>
          </p:nvSpPr>
          <p:spPr>
            <a:xfrm>
              <a:off x="6092564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08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C817104-8B5A-AD1E-6513-D1978FD998D0}"/>
                </a:ext>
              </a:extLst>
            </p:cNvPr>
            <p:cNvSpPr txBox="1"/>
            <p:nvPr/>
          </p:nvSpPr>
          <p:spPr>
            <a:xfrm>
              <a:off x="6444887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09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4E994769-383B-A44D-B8BA-3B4B9758FE4D}"/>
                </a:ext>
              </a:extLst>
            </p:cNvPr>
            <p:cNvSpPr txBox="1"/>
            <p:nvPr/>
          </p:nvSpPr>
          <p:spPr>
            <a:xfrm>
              <a:off x="6780823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10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B9A417D7-B3FB-5B80-7C6C-232DAD236E93}"/>
                </a:ext>
              </a:extLst>
            </p:cNvPr>
            <p:cNvSpPr txBox="1"/>
            <p:nvPr/>
          </p:nvSpPr>
          <p:spPr>
            <a:xfrm>
              <a:off x="7133145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11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6D2ADAF9-4F34-5F6E-3054-843CC5C32E1C}"/>
                </a:ext>
              </a:extLst>
            </p:cNvPr>
            <p:cNvSpPr txBox="1"/>
            <p:nvPr/>
          </p:nvSpPr>
          <p:spPr>
            <a:xfrm>
              <a:off x="7485468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12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3691ABF9-FB74-797E-93AE-A058AA1A994A}"/>
                </a:ext>
              </a:extLst>
            </p:cNvPr>
            <p:cNvSpPr txBox="1"/>
            <p:nvPr/>
          </p:nvSpPr>
          <p:spPr>
            <a:xfrm>
              <a:off x="7837790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01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19EC6142-E547-1C0A-8449-4407B293A767}"/>
                </a:ext>
              </a:extLst>
            </p:cNvPr>
            <p:cNvSpPr txBox="1"/>
            <p:nvPr/>
          </p:nvSpPr>
          <p:spPr>
            <a:xfrm>
              <a:off x="8165532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02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A354D405-059D-8FDB-80E6-F79A8371BA4E}"/>
                </a:ext>
              </a:extLst>
            </p:cNvPr>
            <p:cNvSpPr txBox="1"/>
            <p:nvPr/>
          </p:nvSpPr>
          <p:spPr>
            <a:xfrm>
              <a:off x="8517855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03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CD43D931-9A6C-EEFD-937B-C992ADFAE3B7}"/>
                </a:ext>
              </a:extLst>
            </p:cNvPr>
            <p:cNvSpPr txBox="1"/>
            <p:nvPr/>
          </p:nvSpPr>
          <p:spPr>
            <a:xfrm>
              <a:off x="8870177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04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47451976-1B4B-8241-45C6-4A9B9CC3D680}"/>
                </a:ext>
              </a:extLst>
            </p:cNvPr>
            <p:cNvSpPr txBox="1"/>
            <p:nvPr/>
          </p:nvSpPr>
          <p:spPr>
            <a:xfrm>
              <a:off x="9222500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05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9F178BDD-55F7-B1B8-5183-AC7D6D293031}"/>
                </a:ext>
              </a:extLst>
            </p:cNvPr>
            <p:cNvSpPr txBox="1"/>
            <p:nvPr/>
          </p:nvSpPr>
          <p:spPr>
            <a:xfrm>
              <a:off x="9558436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06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354397E8-E85A-498D-61E2-54E4D18F347C}"/>
                </a:ext>
              </a:extLst>
            </p:cNvPr>
            <p:cNvSpPr txBox="1"/>
            <p:nvPr/>
          </p:nvSpPr>
          <p:spPr>
            <a:xfrm>
              <a:off x="9910758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07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A69D0BFF-C06F-50D3-B43B-53D9AE32F32C}"/>
                </a:ext>
              </a:extLst>
            </p:cNvPr>
            <p:cNvSpPr txBox="1"/>
            <p:nvPr/>
          </p:nvSpPr>
          <p:spPr>
            <a:xfrm>
              <a:off x="10263080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08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F43EC988-1B29-9A17-497A-C5ABFF600C31}"/>
                </a:ext>
              </a:extLst>
            </p:cNvPr>
            <p:cNvSpPr txBox="1"/>
            <p:nvPr/>
          </p:nvSpPr>
          <p:spPr>
            <a:xfrm>
              <a:off x="10615404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09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BAF4551F-C544-656C-8B50-47BDEBE6858E}"/>
                </a:ext>
              </a:extLst>
            </p:cNvPr>
            <p:cNvSpPr txBox="1"/>
            <p:nvPr/>
          </p:nvSpPr>
          <p:spPr>
            <a:xfrm>
              <a:off x="10943145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10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2FF85488-910E-AAFE-4429-5C714699DEE1}"/>
                </a:ext>
              </a:extLst>
            </p:cNvPr>
            <p:cNvSpPr txBox="1"/>
            <p:nvPr/>
          </p:nvSpPr>
          <p:spPr>
            <a:xfrm>
              <a:off x="11295468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11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FE4B8882-55A7-59F5-208E-41D2DABDFE9D}"/>
                </a:ext>
              </a:extLst>
            </p:cNvPr>
            <p:cNvSpPr txBox="1"/>
            <p:nvPr/>
          </p:nvSpPr>
          <p:spPr>
            <a:xfrm>
              <a:off x="11639597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12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4E7433B1-D3FA-8326-11F7-BE276CA9E2A6}"/>
                </a:ext>
              </a:extLst>
            </p:cNvPr>
            <p:cNvSpPr txBox="1"/>
            <p:nvPr/>
          </p:nvSpPr>
          <p:spPr>
            <a:xfrm>
              <a:off x="1234854" y="816077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06</a:t>
              </a: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14D31ABE-F9F1-DC8E-BC9B-19667A8BE7E7}"/>
                </a:ext>
              </a:extLst>
            </p:cNvPr>
            <p:cNvSpPr txBox="1"/>
            <p:nvPr/>
          </p:nvSpPr>
          <p:spPr>
            <a:xfrm>
              <a:off x="1587177" y="816076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07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1F18B80E-1353-8978-10F0-60E6DAF55A6A}"/>
                </a:ext>
              </a:extLst>
            </p:cNvPr>
            <p:cNvSpPr txBox="1"/>
            <p:nvPr/>
          </p:nvSpPr>
          <p:spPr>
            <a:xfrm>
              <a:off x="1906726" y="816077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08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92F5748D-D983-4F67-FC53-3FE252711455}"/>
                </a:ext>
              </a:extLst>
            </p:cNvPr>
            <p:cNvSpPr txBox="1"/>
            <p:nvPr/>
          </p:nvSpPr>
          <p:spPr>
            <a:xfrm>
              <a:off x="2259048" y="816077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09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00F1BF61-99C8-2DC7-2140-533EC66B9078}"/>
                </a:ext>
              </a:extLst>
            </p:cNvPr>
            <p:cNvSpPr txBox="1"/>
            <p:nvPr/>
          </p:nvSpPr>
          <p:spPr>
            <a:xfrm>
              <a:off x="2611370" y="816076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10</a:t>
              </a:r>
            </a:p>
          </p:txBody>
        </p:sp>
      </p:grpSp>
      <p:sp>
        <p:nvSpPr>
          <p:cNvPr id="45" name="Retângulo: Cantos Diagonais Arredondados 44">
            <a:extLst>
              <a:ext uri="{FF2B5EF4-FFF2-40B4-BE49-F238E27FC236}">
                <a16:creationId xmlns:a16="http://schemas.microsoft.com/office/drawing/2014/main" id="{A543680B-06F8-715F-4C12-4341C1BA120F}"/>
              </a:ext>
            </a:extLst>
          </p:cNvPr>
          <p:cNvSpPr/>
          <p:nvPr userDrawn="1"/>
        </p:nvSpPr>
        <p:spPr>
          <a:xfrm flipH="1">
            <a:off x="1409579" y="772994"/>
            <a:ext cx="2960109" cy="206133"/>
          </a:xfrm>
          <a:prstGeom prst="round2DiagRect">
            <a:avLst/>
          </a:prstGeom>
          <a:solidFill>
            <a:srgbClr val="9F4B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25">
                <a:solidFill>
                  <a:schemeClr val="bg1"/>
                </a:solidFill>
                <a:latin typeface="Bahnschrift"/>
                <a:cs typeface="Calibri"/>
              </a:rPr>
              <a:t>2023</a:t>
            </a:r>
            <a:endParaRPr lang="pt-BR" sz="1425">
              <a:solidFill>
                <a:schemeClr val="bg1"/>
              </a:solidFill>
              <a:latin typeface="Bahnschrift"/>
            </a:endParaRPr>
          </a:p>
        </p:txBody>
      </p:sp>
      <p:sp>
        <p:nvSpPr>
          <p:cNvPr id="46" name="Retângulo: Cantos Diagonais Arredondados 45">
            <a:extLst>
              <a:ext uri="{FF2B5EF4-FFF2-40B4-BE49-F238E27FC236}">
                <a16:creationId xmlns:a16="http://schemas.microsoft.com/office/drawing/2014/main" id="{0B4644F8-BA36-6DE0-F4BB-CC69CBF59F04}"/>
              </a:ext>
            </a:extLst>
          </p:cNvPr>
          <p:cNvSpPr/>
          <p:nvPr userDrawn="1"/>
        </p:nvSpPr>
        <p:spPr>
          <a:xfrm flipH="1">
            <a:off x="4369687" y="772994"/>
            <a:ext cx="4921769" cy="206133"/>
          </a:xfrm>
          <a:prstGeom prst="round2DiagRect">
            <a:avLst/>
          </a:prstGeom>
          <a:solidFill>
            <a:srgbClr val="1E9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538" tIns="54268" rIns="108538" bIns="54268" rtlCol="0" anchor="ctr"/>
          <a:lstStyle/>
          <a:p>
            <a:pPr algn="ctr"/>
            <a:r>
              <a:rPr lang="pt-BR" sz="1425">
                <a:solidFill>
                  <a:schemeClr val="bg1"/>
                </a:solidFill>
                <a:latin typeface="Bahnschrift"/>
                <a:cs typeface="Calibri"/>
              </a:rPr>
              <a:t>2024</a:t>
            </a:r>
            <a:endParaRPr lang="pt-BR" sz="1425">
              <a:solidFill>
                <a:schemeClr val="bg1"/>
              </a:solidFill>
              <a:latin typeface="Bahnschrift"/>
            </a:endParaRPr>
          </a:p>
        </p:txBody>
      </p:sp>
      <p:sp>
        <p:nvSpPr>
          <p:cNvPr id="47" name="Retângulo: Cantos Diagonais Arredondados 46">
            <a:extLst>
              <a:ext uri="{FF2B5EF4-FFF2-40B4-BE49-F238E27FC236}">
                <a16:creationId xmlns:a16="http://schemas.microsoft.com/office/drawing/2014/main" id="{E86A5CDE-68E5-7D5A-41EC-D0B58AB4DE5C}"/>
              </a:ext>
            </a:extLst>
          </p:cNvPr>
          <p:cNvSpPr/>
          <p:nvPr userDrawn="1"/>
        </p:nvSpPr>
        <p:spPr>
          <a:xfrm flipH="1">
            <a:off x="9291458" y="772992"/>
            <a:ext cx="4851291" cy="206133"/>
          </a:xfrm>
          <a:prstGeom prst="round2DiagRect">
            <a:avLst/>
          </a:prstGeom>
          <a:solidFill>
            <a:srgbClr val="32A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538" tIns="54268" rIns="108538" bIns="54268" rtlCol="0" anchor="ctr"/>
          <a:lstStyle/>
          <a:p>
            <a:pPr algn="ctr"/>
            <a:r>
              <a:rPr lang="pt-BR" sz="1425">
                <a:solidFill>
                  <a:srgbClr val="FFFFFF"/>
                </a:solidFill>
                <a:latin typeface="Bahnschrift"/>
                <a:cs typeface="Calibri"/>
              </a:rPr>
              <a:t>2025</a:t>
            </a:r>
            <a:endParaRPr lang="pt-BR" sz="1425">
              <a:solidFill>
                <a:srgbClr val="FFFFFF"/>
              </a:solidFill>
              <a:latin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0765881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ítulo 11">
            <a:extLst>
              <a:ext uri="{FF2B5EF4-FFF2-40B4-BE49-F238E27FC236}">
                <a16:creationId xmlns:a16="http://schemas.microsoft.com/office/drawing/2014/main" id="{DA2737BE-615D-1A6D-23C9-E3F705CCE3D1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719752" y="3708190"/>
            <a:ext cx="3012926" cy="1573415"/>
          </a:xfrm>
          <a:prstGeom prst="rect">
            <a:avLst/>
          </a:prstGeom>
        </p:spPr>
        <p:txBody>
          <a:bodyPr vert="horz" lIns="108538" tIns="54268" rIns="108538" bIns="54268" rtlCol="0" anchor="ctr">
            <a:normAutofit/>
          </a:bodyPr>
          <a:lstStyle>
            <a:lvl1pPr algn="l" defTabSz="91431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0" kern="12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</a:defRPr>
            </a:lvl1pPr>
          </a:lstStyle>
          <a:p>
            <a:r>
              <a:rPr lang="pt-BR" sz="4748"/>
              <a:t>Agenda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3EA6FA48-F257-C8FD-2868-D1E91B5B72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74773" y="1763921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1 | Clique para editar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5C6EF59C-5298-9B5D-8A9C-1C065F8E62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4773" y="2748999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2 | Clique para editar</a:t>
            </a:r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8FD01909-8570-E7BE-69D2-FEFC3FD704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74773" y="3721141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3 | Clique para editar</a:t>
            </a:r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A8EB5A2C-CBB7-58E9-7728-882F740FA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74773" y="4680344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4 | Clique para editar</a:t>
            </a:r>
          </a:p>
        </p:txBody>
      </p:sp>
      <p:sp>
        <p:nvSpPr>
          <p:cNvPr id="9" name="Espaço Reservado para Texto 2">
            <a:extLst>
              <a:ext uri="{FF2B5EF4-FFF2-40B4-BE49-F238E27FC236}">
                <a16:creationId xmlns:a16="http://schemas.microsoft.com/office/drawing/2014/main" id="{51FCDE71-43B3-219A-97A1-1273B0EA95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74773" y="5652483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5 | Clique para editar</a:t>
            </a:r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B24D366A-2758-B9FC-1F5F-99DCFF2840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74773" y="6611684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6 | Clique para editar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210F9AF7-39EE-8B5B-9D85-771F8F9781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4773" y="7609703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7 | Clique para editar</a:t>
            </a:r>
          </a:p>
        </p:txBody>
      </p:sp>
    </p:spTree>
    <p:extLst>
      <p:ext uri="{BB962C8B-B14F-4D97-AF65-F5344CB8AC3E}">
        <p14:creationId xmlns:p14="http://schemas.microsoft.com/office/powerpoint/2010/main" val="13413551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447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956" y="1461151"/>
            <a:ext cx="10853738" cy="3108301"/>
          </a:xfrm>
        </p:spPr>
        <p:txBody>
          <a:bodyPr anchor="b"/>
          <a:lstStyle>
            <a:lvl1pPr algn="ctr">
              <a:defRPr sz="712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956" y="4689320"/>
            <a:ext cx="10853738" cy="2155557"/>
          </a:xfrm>
        </p:spPr>
        <p:txBody>
          <a:bodyPr/>
          <a:lstStyle>
            <a:lvl1pPr marL="0" indent="0" algn="ctr">
              <a:buNone/>
              <a:defRPr sz="2849"/>
            </a:lvl1pPr>
            <a:lvl2pPr marL="542696" indent="0" algn="ctr">
              <a:buNone/>
              <a:defRPr sz="2374"/>
            </a:lvl2pPr>
            <a:lvl3pPr marL="1085393" indent="0" algn="ctr">
              <a:buNone/>
              <a:defRPr sz="2137"/>
            </a:lvl3pPr>
            <a:lvl4pPr marL="1628089" indent="0" algn="ctr">
              <a:buNone/>
              <a:defRPr sz="1899"/>
            </a:lvl4pPr>
            <a:lvl5pPr marL="2170786" indent="0" algn="ctr">
              <a:buNone/>
              <a:defRPr sz="1899"/>
            </a:lvl5pPr>
            <a:lvl6pPr marL="2713482" indent="0" algn="ctr">
              <a:buNone/>
              <a:defRPr sz="1899"/>
            </a:lvl6pPr>
            <a:lvl7pPr marL="3256178" indent="0" algn="ctr">
              <a:buNone/>
              <a:defRPr sz="1899"/>
            </a:lvl7pPr>
            <a:lvl8pPr marL="3798875" indent="0" algn="ctr">
              <a:buNone/>
              <a:defRPr sz="1899"/>
            </a:lvl8pPr>
            <a:lvl9pPr marL="4341571" indent="0" algn="ctr">
              <a:buNone/>
              <a:defRPr sz="189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26019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871087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7389" y="2225826"/>
            <a:ext cx="12481798" cy="3713841"/>
          </a:xfrm>
        </p:spPr>
        <p:txBody>
          <a:bodyPr anchor="b"/>
          <a:lstStyle>
            <a:lvl1pPr>
              <a:defRPr sz="712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7389" y="5974802"/>
            <a:ext cx="12481798" cy="1953021"/>
          </a:xfrm>
        </p:spPr>
        <p:txBody>
          <a:bodyPr/>
          <a:lstStyle>
            <a:lvl1pPr marL="0" indent="0">
              <a:buNone/>
              <a:defRPr sz="2849">
                <a:solidFill>
                  <a:schemeClr val="tx1">
                    <a:tint val="75000"/>
                  </a:schemeClr>
                </a:solidFill>
              </a:defRPr>
            </a:lvl1pPr>
            <a:lvl2pPr marL="542696" indent="0">
              <a:buNone/>
              <a:defRPr sz="2374">
                <a:solidFill>
                  <a:schemeClr val="tx1">
                    <a:tint val="75000"/>
                  </a:schemeClr>
                </a:solidFill>
              </a:defRPr>
            </a:lvl2pPr>
            <a:lvl3pPr marL="1085393" indent="0">
              <a:buNone/>
              <a:defRPr sz="2137">
                <a:solidFill>
                  <a:schemeClr val="tx1">
                    <a:tint val="75000"/>
                  </a:schemeClr>
                </a:solidFill>
              </a:defRPr>
            </a:lvl3pPr>
            <a:lvl4pPr marL="1628089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4pPr>
            <a:lvl5pPr marL="2170786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5pPr>
            <a:lvl6pPr marL="2713482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6pPr>
            <a:lvl7pPr marL="3256178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7pPr>
            <a:lvl8pPr marL="3798875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8pPr>
            <a:lvl9pPr marL="4341571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034312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4926" y="2376694"/>
            <a:ext cx="6150451" cy="566479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26273" y="2376694"/>
            <a:ext cx="6150451" cy="566479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21456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811" y="475339"/>
            <a:ext cx="12481798" cy="172568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6811" y="2188625"/>
            <a:ext cx="6122186" cy="1072611"/>
          </a:xfrm>
        </p:spPr>
        <p:txBody>
          <a:bodyPr anchor="b"/>
          <a:lstStyle>
            <a:lvl1pPr marL="0" indent="0">
              <a:buNone/>
              <a:defRPr sz="2849" b="1"/>
            </a:lvl1pPr>
            <a:lvl2pPr marL="542696" indent="0">
              <a:buNone/>
              <a:defRPr sz="2374" b="1"/>
            </a:lvl2pPr>
            <a:lvl3pPr marL="1085393" indent="0">
              <a:buNone/>
              <a:defRPr sz="2137" b="1"/>
            </a:lvl3pPr>
            <a:lvl4pPr marL="1628089" indent="0">
              <a:buNone/>
              <a:defRPr sz="1899" b="1"/>
            </a:lvl4pPr>
            <a:lvl5pPr marL="2170786" indent="0">
              <a:buNone/>
              <a:defRPr sz="1899" b="1"/>
            </a:lvl5pPr>
            <a:lvl6pPr marL="2713482" indent="0">
              <a:buNone/>
              <a:defRPr sz="1899" b="1"/>
            </a:lvl6pPr>
            <a:lvl7pPr marL="3256178" indent="0">
              <a:buNone/>
              <a:defRPr sz="1899" b="1"/>
            </a:lvl7pPr>
            <a:lvl8pPr marL="3798875" indent="0">
              <a:buNone/>
              <a:defRPr sz="1899" b="1"/>
            </a:lvl8pPr>
            <a:lvl9pPr marL="4341571" indent="0">
              <a:buNone/>
              <a:defRPr sz="189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6811" y="3261236"/>
            <a:ext cx="6122186" cy="47967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26273" y="2188625"/>
            <a:ext cx="6152336" cy="1072611"/>
          </a:xfrm>
        </p:spPr>
        <p:txBody>
          <a:bodyPr anchor="b"/>
          <a:lstStyle>
            <a:lvl1pPr marL="0" indent="0">
              <a:buNone/>
              <a:defRPr sz="2849" b="1"/>
            </a:lvl1pPr>
            <a:lvl2pPr marL="542696" indent="0">
              <a:buNone/>
              <a:defRPr sz="2374" b="1"/>
            </a:lvl2pPr>
            <a:lvl3pPr marL="1085393" indent="0">
              <a:buNone/>
              <a:defRPr sz="2137" b="1"/>
            </a:lvl3pPr>
            <a:lvl4pPr marL="1628089" indent="0">
              <a:buNone/>
              <a:defRPr sz="1899" b="1"/>
            </a:lvl4pPr>
            <a:lvl5pPr marL="2170786" indent="0">
              <a:buNone/>
              <a:defRPr sz="1899" b="1"/>
            </a:lvl5pPr>
            <a:lvl6pPr marL="2713482" indent="0">
              <a:buNone/>
              <a:defRPr sz="1899" b="1"/>
            </a:lvl6pPr>
            <a:lvl7pPr marL="3256178" indent="0">
              <a:buNone/>
              <a:defRPr sz="1899" b="1"/>
            </a:lvl7pPr>
            <a:lvl8pPr marL="3798875" indent="0">
              <a:buNone/>
              <a:defRPr sz="1899" b="1"/>
            </a:lvl8pPr>
            <a:lvl9pPr marL="4341571" indent="0">
              <a:buNone/>
              <a:defRPr sz="189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26273" y="3261236"/>
            <a:ext cx="6152336" cy="47967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818238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452069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028167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812" y="595207"/>
            <a:ext cx="4667483" cy="2083223"/>
          </a:xfrm>
        </p:spPr>
        <p:txBody>
          <a:bodyPr anchor="b"/>
          <a:lstStyle>
            <a:lvl1pPr>
              <a:defRPr sz="37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2336" y="1285482"/>
            <a:ext cx="7326273" cy="6344738"/>
          </a:xfrm>
        </p:spPr>
        <p:txBody>
          <a:bodyPr/>
          <a:lstStyle>
            <a:lvl1pPr>
              <a:defRPr sz="3798"/>
            </a:lvl1pPr>
            <a:lvl2pPr>
              <a:defRPr sz="3324"/>
            </a:lvl2pPr>
            <a:lvl3pPr>
              <a:defRPr sz="2849"/>
            </a:lvl3pPr>
            <a:lvl4pPr>
              <a:defRPr sz="2374"/>
            </a:lvl4pPr>
            <a:lvl5pPr>
              <a:defRPr sz="2374"/>
            </a:lvl5pPr>
            <a:lvl6pPr>
              <a:defRPr sz="2374"/>
            </a:lvl6pPr>
            <a:lvl7pPr>
              <a:defRPr sz="2374"/>
            </a:lvl7pPr>
            <a:lvl8pPr>
              <a:defRPr sz="2374"/>
            </a:lvl8pPr>
            <a:lvl9pPr>
              <a:defRPr sz="2374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6812" y="2678430"/>
            <a:ext cx="4667483" cy="4962123"/>
          </a:xfrm>
        </p:spPr>
        <p:txBody>
          <a:bodyPr/>
          <a:lstStyle>
            <a:lvl1pPr marL="0" indent="0">
              <a:buNone/>
              <a:defRPr sz="1899"/>
            </a:lvl1pPr>
            <a:lvl2pPr marL="542696" indent="0">
              <a:buNone/>
              <a:defRPr sz="1662"/>
            </a:lvl2pPr>
            <a:lvl3pPr marL="1085393" indent="0">
              <a:buNone/>
              <a:defRPr sz="1424"/>
            </a:lvl3pPr>
            <a:lvl4pPr marL="1628089" indent="0">
              <a:buNone/>
              <a:defRPr sz="1187"/>
            </a:lvl4pPr>
            <a:lvl5pPr marL="2170786" indent="0">
              <a:buNone/>
              <a:defRPr sz="1187"/>
            </a:lvl5pPr>
            <a:lvl6pPr marL="2713482" indent="0">
              <a:buNone/>
              <a:defRPr sz="1187"/>
            </a:lvl6pPr>
            <a:lvl7pPr marL="3256178" indent="0">
              <a:buNone/>
              <a:defRPr sz="1187"/>
            </a:lvl7pPr>
            <a:lvl8pPr marL="3798875" indent="0">
              <a:buNone/>
              <a:defRPr sz="1187"/>
            </a:lvl8pPr>
            <a:lvl9pPr marL="4341571" indent="0">
              <a:buNone/>
              <a:defRPr sz="1187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57317"/>
      </p:ext>
    </p:extLst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812" y="595207"/>
            <a:ext cx="4667483" cy="2083223"/>
          </a:xfrm>
        </p:spPr>
        <p:txBody>
          <a:bodyPr anchor="b"/>
          <a:lstStyle>
            <a:lvl1pPr>
              <a:defRPr sz="37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52336" y="1285482"/>
            <a:ext cx="7326273" cy="6344738"/>
          </a:xfrm>
        </p:spPr>
        <p:txBody>
          <a:bodyPr anchor="t"/>
          <a:lstStyle>
            <a:lvl1pPr marL="0" indent="0">
              <a:buNone/>
              <a:defRPr sz="3798"/>
            </a:lvl1pPr>
            <a:lvl2pPr marL="542696" indent="0">
              <a:buNone/>
              <a:defRPr sz="3324"/>
            </a:lvl2pPr>
            <a:lvl3pPr marL="1085393" indent="0">
              <a:buNone/>
              <a:defRPr sz="2849"/>
            </a:lvl3pPr>
            <a:lvl4pPr marL="1628089" indent="0">
              <a:buNone/>
              <a:defRPr sz="2374"/>
            </a:lvl4pPr>
            <a:lvl5pPr marL="2170786" indent="0">
              <a:buNone/>
              <a:defRPr sz="2374"/>
            </a:lvl5pPr>
            <a:lvl6pPr marL="2713482" indent="0">
              <a:buNone/>
              <a:defRPr sz="2374"/>
            </a:lvl6pPr>
            <a:lvl7pPr marL="3256178" indent="0">
              <a:buNone/>
              <a:defRPr sz="2374"/>
            </a:lvl7pPr>
            <a:lvl8pPr marL="3798875" indent="0">
              <a:buNone/>
              <a:defRPr sz="2374"/>
            </a:lvl8pPr>
            <a:lvl9pPr marL="4341571" indent="0">
              <a:buNone/>
              <a:defRPr sz="237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6812" y="2678430"/>
            <a:ext cx="4667483" cy="4962123"/>
          </a:xfrm>
        </p:spPr>
        <p:txBody>
          <a:bodyPr/>
          <a:lstStyle>
            <a:lvl1pPr marL="0" indent="0">
              <a:buNone/>
              <a:defRPr sz="1899"/>
            </a:lvl1pPr>
            <a:lvl2pPr marL="542696" indent="0">
              <a:buNone/>
              <a:defRPr sz="1662"/>
            </a:lvl2pPr>
            <a:lvl3pPr marL="1085393" indent="0">
              <a:buNone/>
              <a:defRPr sz="1424"/>
            </a:lvl3pPr>
            <a:lvl4pPr marL="1628089" indent="0">
              <a:buNone/>
              <a:defRPr sz="1187"/>
            </a:lvl4pPr>
            <a:lvl5pPr marL="2170786" indent="0">
              <a:buNone/>
              <a:defRPr sz="1187"/>
            </a:lvl5pPr>
            <a:lvl6pPr marL="2713482" indent="0">
              <a:buNone/>
              <a:defRPr sz="1187"/>
            </a:lvl6pPr>
            <a:lvl7pPr marL="3256178" indent="0">
              <a:buNone/>
              <a:defRPr sz="1187"/>
            </a:lvl7pPr>
            <a:lvl8pPr marL="3798875" indent="0">
              <a:buNone/>
              <a:defRPr sz="1187"/>
            </a:lvl8pPr>
            <a:lvl9pPr marL="4341571" indent="0">
              <a:buNone/>
              <a:defRPr sz="1187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259"/>
      </p:ext>
    </p:extLst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072157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56274" y="475339"/>
            <a:ext cx="3120450" cy="756615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4926" y="475339"/>
            <a:ext cx="9180453" cy="7566152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797152"/>
      </p:ext>
    </p:extLst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956" y="1461151"/>
            <a:ext cx="10853738" cy="3108301"/>
          </a:xfrm>
        </p:spPr>
        <p:txBody>
          <a:bodyPr anchor="b"/>
          <a:lstStyle>
            <a:lvl1pPr algn="ctr">
              <a:defRPr sz="712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956" y="4689320"/>
            <a:ext cx="10853738" cy="2155557"/>
          </a:xfrm>
        </p:spPr>
        <p:txBody>
          <a:bodyPr/>
          <a:lstStyle>
            <a:lvl1pPr marL="0" indent="0" algn="ctr">
              <a:buNone/>
              <a:defRPr sz="2849"/>
            </a:lvl1pPr>
            <a:lvl2pPr marL="542696" indent="0" algn="ctr">
              <a:buNone/>
              <a:defRPr sz="2374"/>
            </a:lvl2pPr>
            <a:lvl3pPr marL="1085393" indent="0" algn="ctr">
              <a:buNone/>
              <a:defRPr sz="2137"/>
            </a:lvl3pPr>
            <a:lvl4pPr marL="1628089" indent="0" algn="ctr">
              <a:buNone/>
              <a:defRPr sz="1899"/>
            </a:lvl4pPr>
            <a:lvl5pPr marL="2170786" indent="0" algn="ctr">
              <a:buNone/>
              <a:defRPr sz="1899"/>
            </a:lvl5pPr>
            <a:lvl6pPr marL="2713482" indent="0" algn="ctr">
              <a:buNone/>
              <a:defRPr sz="1899"/>
            </a:lvl6pPr>
            <a:lvl7pPr marL="3256178" indent="0" algn="ctr">
              <a:buNone/>
              <a:defRPr sz="1899"/>
            </a:lvl7pPr>
            <a:lvl8pPr marL="3798875" indent="0" algn="ctr">
              <a:buNone/>
              <a:defRPr sz="1899"/>
            </a:lvl8pPr>
            <a:lvl9pPr marL="4341571" indent="0" algn="ctr">
              <a:buNone/>
              <a:defRPr sz="189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196885"/>
      </p:ext>
    </p:extLst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389774"/>
      </p:ext>
    </p:extLst>
  </p:cSld>
  <p:clrMapOvr>
    <a:masterClrMapping/>
  </p:clrMapOvr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7389" y="2225826"/>
            <a:ext cx="12481798" cy="3713841"/>
          </a:xfrm>
        </p:spPr>
        <p:txBody>
          <a:bodyPr anchor="b"/>
          <a:lstStyle>
            <a:lvl1pPr>
              <a:defRPr sz="712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7389" y="5974802"/>
            <a:ext cx="12481798" cy="1953021"/>
          </a:xfrm>
        </p:spPr>
        <p:txBody>
          <a:bodyPr/>
          <a:lstStyle>
            <a:lvl1pPr marL="0" indent="0">
              <a:buNone/>
              <a:defRPr sz="2849">
                <a:solidFill>
                  <a:schemeClr val="tx1">
                    <a:tint val="75000"/>
                  </a:schemeClr>
                </a:solidFill>
              </a:defRPr>
            </a:lvl1pPr>
            <a:lvl2pPr marL="542696" indent="0">
              <a:buNone/>
              <a:defRPr sz="2374">
                <a:solidFill>
                  <a:schemeClr val="tx1">
                    <a:tint val="75000"/>
                  </a:schemeClr>
                </a:solidFill>
              </a:defRPr>
            </a:lvl2pPr>
            <a:lvl3pPr marL="1085393" indent="0">
              <a:buNone/>
              <a:defRPr sz="2137">
                <a:solidFill>
                  <a:schemeClr val="tx1">
                    <a:tint val="75000"/>
                  </a:schemeClr>
                </a:solidFill>
              </a:defRPr>
            </a:lvl3pPr>
            <a:lvl4pPr marL="1628089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4pPr>
            <a:lvl5pPr marL="2170786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5pPr>
            <a:lvl6pPr marL="2713482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6pPr>
            <a:lvl7pPr marL="3256178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7pPr>
            <a:lvl8pPr marL="3798875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8pPr>
            <a:lvl9pPr marL="4341571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570481"/>
      </p:ext>
    </p:extLst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4926" y="2376694"/>
            <a:ext cx="6150451" cy="566479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26273" y="2376694"/>
            <a:ext cx="6150451" cy="566479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785890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811" y="475339"/>
            <a:ext cx="12481798" cy="172568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6811" y="2188625"/>
            <a:ext cx="6122186" cy="1072611"/>
          </a:xfrm>
        </p:spPr>
        <p:txBody>
          <a:bodyPr anchor="b"/>
          <a:lstStyle>
            <a:lvl1pPr marL="0" indent="0">
              <a:buNone/>
              <a:defRPr sz="2849" b="1"/>
            </a:lvl1pPr>
            <a:lvl2pPr marL="542696" indent="0">
              <a:buNone/>
              <a:defRPr sz="2374" b="1"/>
            </a:lvl2pPr>
            <a:lvl3pPr marL="1085393" indent="0">
              <a:buNone/>
              <a:defRPr sz="2137" b="1"/>
            </a:lvl3pPr>
            <a:lvl4pPr marL="1628089" indent="0">
              <a:buNone/>
              <a:defRPr sz="1899" b="1"/>
            </a:lvl4pPr>
            <a:lvl5pPr marL="2170786" indent="0">
              <a:buNone/>
              <a:defRPr sz="1899" b="1"/>
            </a:lvl5pPr>
            <a:lvl6pPr marL="2713482" indent="0">
              <a:buNone/>
              <a:defRPr sz="1899" b="1"/>
            </a:lvl6pPr>
            <a:lvl7pPr marL="3256178" indent="0">
              <a:buNone/>
              <a:defRPr sz="1899" b="1"/>
            </a:lvl7pPr>
            <a:lvl8pPr marL="3798875" indent="0">
              <a:buNone/>
              <a:defRPr sz="1899" b="1"/>
            </a:lvl8pPr>
            <a:lvl9pPr marL="4341571" indent="0">
              <a:buNone/>
              <a:defRPr sz="189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6811" y="3261236"/>
            <a:ext cx="6122186" cy="47967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26273" y="2188625"/>
            <a:ext cx="6152336" cy="1072611"/>
          </a:xfrm>
        </p:spPr>
        <p:txBody>
          <a:bodyPr anchor="b"/>
          <a:lstStyle>
            <a:lvl1pPr marL="0" indent="0">
              <a:buNone/>
              <a:defRPr sz="2849" b="1"/>
            </a:lvl1pPr>
            <a:lvl2pPr marL="542696" indent="0">
              <a:buNone/>
              <a:defRPr sz="2374" b="1"/>
            </a:lvl2pPr>
            <a:lvl3pPr marL="1085393" indent="0">
              <a:buNone/>
              <a:defRPr sz="2137" b="1"/>
            </a:lvl3pPr>
            <a:lvl4pPr marL="1628089" indent="0">
              <a:buNone/>
              <a:defRPr sz="1899" b="1"/>
            </a:lvl4pPr>
            <a:lvl5pPr marL="2170786" indent="0">
              <a:buNone/>
              <a:defRPr sz="1899" b="1"/>
            </a:lvl5pPr>
            <a:lvl6pPr marL="2713482" indent="0">
              <a:buNone/>
              <a:defRPr sz="1899" b="1"/>
            </a:lvl6pPr>
            <a:lvl7pPr marL="3256178" indent="0">
              <a:buNone/>
              <a:defRPr sz="1899" b="1"/>
            </a:lvl7pPr>
            <a:lvl8pPr marL="3798875" indent="0">
              <a:buNone/>
              <a:defRPr sz="1899" b="1"/>
            </a:lvl8pPr>
            <a:lvl9pPr marL="4341571" indent="0">
              <a:buNone/>
              <a:defRPr sz="189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26273" y="3261236"/>
            <a:ext cx="6152336" cy="47967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073974"/>
      </p:ext>
    </p:extLst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226824"/>
      </p:ext>
    </p:extLst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8934-09C1-4B46-81B7-1705EF8E5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8646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812" y="595207"/>
            <a:ext cx="4667483" cy="2083223"/>
          </a:xfrm>
        </p:spPr>
        <p:txBody>
          <a:bodyPr anchor="b"/>
          <a:lstStyle>
            <a:lvl1pPr>
              <a:defRPr sz="37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2336" y="1285482"/>
            <a:ext cx="7326273" cy="6344738"/>
          </a:xfrm>
        </p:spPr>
        <p:txBody>
          <a:bodyPr/>
          <a:lstStyle>
            <a:lvl1pPr>
              <a:defRPr sz="3798"/>
            </a:lvl1pPr>
            <a:lvl2pPr>
              <a:defRPr sz="3324"/>
            </a:lvl2pPr>
            <a:lvl3pPr>
              <a:defRPr sz="2849"/>
            </a:lvl3pPr>
            <a:lvl4pPr>
              <a:defRPr sz="2374"/>
            </a:lvl4pPr>
            <a:lvl5pPr>
              <a:defRPr sz="2374"/>
            </a:lvl5pPr>
            <a:lvl6pPr>
              <a:defRPr sz="2374"/>
            </a:lvl6pPr>
            <a:lvl7pPr>
              <a:defRPr sz="2374"/>
            </a:lvl7pPr>
            <a:lvl8pPr>
              <a:defRPr sz="2374"/>
            </a:lvl8pPr>
            <a:lvl9pPr>
              <a:defRPr sz="2374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6812" y="2678430"/>
            <a:ext cx="4667483" cy="4962123"/>
          </a:xfrm>
        </p:spPr>
        <p:txBody>
          <a:bodyPr/>
          <a:lstStyle>
            <a:lvl1pPr marL="0" indent="0">
              <a:buNone/>
              <a:defRPr sz="1899"/>
            </a:lvl1pPr>
            <a:lvl2pPr marL="542696" indent="0">
              <a:buNone/>
              <a:defRPr sz="1662"/>
            </a:lvl2pPr>
            <a:lvl3pPr marL="1085393" indent="0">
              <a:buNone/>
              <a:defRPr sz="1424"/>
            </a:lvl3pPr>
            <a:lvl4pPr marL="1628089" indent="0">
              <a:buNone/>
              <a:defRPr sz="1187"/>
            </a:lvl4pPr>
            <a:lvl5pPr marL="2170786" indent="0">
              <a:buNone/>
              <a:defRPr sz="1187"/>
            </a:lvl5pPr>
            <a:lvl6pPr marL="2713482" indent="0">
              <a:buNone/>
              <a:defRPr sz="1187"/>
            </a:lvl6pPr>
            <a:lvl7pPr marL="3256178" indent="0">
              <a:buNone/>
              <a:defRPr sz="1187"/>
            </a:lvl7pPr>
            <a:lvl8pPr marL="3798875" indent="0">
              <a:buNone/>
              <a:defRPr sz="1187"/>
            </a:lvl8pPr>
            <a:lvl9pPr marL="4341571" indent="0">
              <a:buNone/>
              <a:defRPr sz="1187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694162"/>
      </p:ext>
    </p:extLst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812" y="595207"/>
            <a:ext cx="4667483" cy="2083223"/>
          </a:xfrm>
        </p:spPr>
        <p:txBody>
          <a:bodyPr anchor="b"/>
          <a:lstStyle>
            <a:lvl1pPr>
              <a:defRPr sz="37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52336" y="1285482"/>
            <a:ext cx="7326273" cy="6344738"/>
          </a:xfrm>
        </p:spPr>
        <p:txBody>
          <a:bodyPr anchor="t"/>
          <a:lstStyle>
            <a:lvl1pPr marL="0" indent="0">
              <a:buNone/>
              <a:defRPr sz="3798"/>
            </a:lvl1pPr>
            <a:lvl2pPr marL="542696" indent="0">
              <a:buNone/>
              <a:defRPr sz="3324"/>
            </a:lvl2pPr>
            <a:lvl3pPr marL="1085393" indent="0">
              <a:buNone/>
              <a:defRPr sz="2849"/>
            </a:lvl3pPr>
            <a:lvl4pPr marL="1628089" indent="0">
              <a:buNone/>
              <a:defRPr sz="2374"/>
            </a:lvl4pPr>
            <a:lvl5pPr marL="2170786" indent="0">
              <a:buNone/>
              <a:defRPr sz="2374"/>
            </a:lvl5pPr>
            <a:lvl6pPr marL="2713482" indent="0">
              <a:buNone/>
              <a:defRPr sz="2374"/>
            </a:lvl6pPr>
            <a:lvl7pPr marL="3256178" indent="0">
              <a:buNone/>
              <a:defRPr sz="2374"/>
            </a:lvl7pPr>
            <a:lvl8pPr marL="3798875" indent="0">
              <a:buNone/>
              <a:defRPr sz="2374"/>
            </a:lvl8pPr>
            <a:lvl9pPr marL="4341571" indent="0">
              <a:buNone/>
              <a:defRPr sz="237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6812" y="2678430"/>
            <a:ext cx="4667483" cy="4962123"/>
          </a:xfrm>
        </p:spPr>
        <p:txBody>
          <a:bodyPr/>
          <a:lstStyle>
            <a:lvl1pPr marL="0" indent="0">
              <a:buNone/>
              <a:defRPr sz="1899"/>
            </a:lvl1pPr>
            <a:lvl2pPr marL="542696" indent="0">
              <a:buNone/>
              <a:defRPr sz="1662"/>
            </a:lvl2pPr>
            <a:lvl3pPr marL="1085393" indent="0">
              <a:buNone/>
              <a:defRPr sz="1424"/>
            </a:lvl3pPr>
            <a:lvl4pPr marL="1628089" indent="0">
              <a:buNone/>
              <a:defRPr sz="1187"/>
            </a:lvl4pPr>
            <a:lvl5pPr marL="2170786" indent="0">
              <a:buNone/>
              <a:defRPr sz="1187"/>
            </a:lvl5pPr>
            <a:lvl6pPr marL="2713482" indent="0">
              <a:buNone/>
              <a:defRPr sz="1187"/>
            </a:lvl6pPr>
            <a:lvl7pPr marL="3256178" indent="0">
              <a:buNone/>
              <a:defRPr sz="1187"/>
            </a:lvl7pPr>
            <a:lvl8pPr marL="3798875" indent="0">
              <a:buNone/>
              <a:defRPr sz="1187"/>
            </a:lvl8pPr>
            <a:lvl9pPr marL="4341571" indent="0">
              <a:buNone/>
              <a:defRPr sz="1187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981487"/>
      </p:ext>
    </p:extLst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922057"/>
      </p:ext>
    </p:extLst>
  </p:cSld>
  <p:clrMapOvr>
    <a:masterClrMapping/>
  </p:clrMapOvr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56274" y="475339"/>
            <a:ext cx="3120450" cy="756615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4926" y="475339"/>
            <a:ext cx="9180453" cy="7566152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029724"/>
      </p:ext>
    </p:extLst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Layout Personalizado">
    <p:bg>
      <p:bgPr>
        <a:solidFill>
          <a:srgbClr val="7FE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B049F353-7A0D-3121-6242-9C6ED8161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ABD1BD78-2D15-245D-868A-A6EB5211C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2" name="Imagem 1" descr="Uma imagem contendo Diagrama&#10;&#10;Descrição gerada automaticamente">
            <a:extLst>
              <a:ext uri="{FF2B5EF4-FFF2-40B4-BE49-F238E27FC236}">
                <a16:creationId xmlns:a16="http://schemas.microsoft.com/office/drawing/2014/main" id="{FDAE4E51-04E6-53D4-0805-B962DE3190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31811"/>
            <a:ext cx="8118937" cy="89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31679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ado">
    <p:bg>
      <p:bgPr>
        <a:solidFill>
          <a:srgbClr val="0038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9B469951-AE93-75E8-00EF-8CAB6D768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81CF7AC2-EEF5-DD20-7F35-C6F202A0E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2" name="Imagem 1" descr="Gráfico&#10;&#10;Descrição gerada automaticamente">
            <a:extLst>
              <a:ext uri="{FF2B5EF4-FFF2-40B4-BE49-F238E27FC236}">
                <a16:creationId xmlns:a16="http://schemas.microsoft.com/office/drawing/2014/main" id="{C2AFB469-9B6A-3604-5CAB-62B475CF4A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22380"/>
            <a:ext cx="8118937" cy="89046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31668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  <p:pic>
        <p:nvPicPr>
          <p:cNvPr id="3" name="Imagem 2" descr="Gráfico&#10;&#10;Descrição gerada automaticamente">
            <a:extLst>
              <a:ext uri="{FF2B5EF4-FFF2-40B4-BE49-F238E27FC236}">
                <a16:creationId xmlns:a16="http://schemas.microsoft.com/office/drawing/2014/main" id="{EA021158-5D30-E6DA-F42F-CD5AD244F5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-107911"/>
            <a:ext cx="1521233" cy="16684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056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1.xml"/><Relationship Id="rId28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image" Target="../media/image48.png"/><Relationship Id="rId2" Type="http://schemas.openxmlformats.org/officeDocument/2006/relationships/slideLayout" Target="../slideLayouts/slideLayout47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image" Target="../media/image46.svg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image" Target="../media/image45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theme" Target="../theme/theme7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E23D0206-418A-43B6-BC8D-3E85637212B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</p:nvPr>
        </p:nvGraphicFramePr>
        <p:xfrm>
          <a:off x="944" y="1035"/>
          <a:ext cx="943" cy="1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24" imgW="421" imgH="423" progId="TCLayout.ActiveDocument.1">
                  <p:embed/>
                </p:oleObj>
              </mc:Choice>
              <mc:Fallback>
                <p:oleObj name="Slide do think-cell" r:id="rId24" imgW="421" imgH="423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E23D0206-418A-43B6-BC8D-3E85637212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44" y="1035"/>
                        <a:ext cx="943" cy="10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Imagem 12">
            <a:extLst>
              <a:ext uri="{FF2B5EF4-FFF2-40B4-BE49-F238E27FC236}">
                <a16:creationId xmlns:a16="http://schemas.microsoft.com/office/drawing/2014/main" id="{C85B1523-D55D-4135-8E5C-C1ABA294E0D3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25300" y="2"/>
            <a:ext cx="2428386" cy="117153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4CE5DF4-FD83-4C2D-ABEB-44B48D29F3F3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9179" y="1491362"/>
            <a:ext cx="2422266" cy="62845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F72C090-9C31-4227-B4C7-6B694A3B8992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6898" y="2151052"/>
            <a:ext cx="2419984" cy="630954"/>
          </a:xfrm>
          <a:prstGeom prst="rect">
            <a:avLst/>
          </a:prstGeom>
        </p:spPr>
      </p:pic>
      <p:sp>
        <p:nvSpPr>
          <p:cNvPr id="6" name="MSIPCMContentMarking" descr="{&quot;HashCode&quot;:774968106,&quot;Placement&quot;:&quot;Footer&quot;,&quot;Top&quot;:519.343,&quot;Left&quot;:0.0,&quot;SlideWidth&quot;:960,&quot;SlideHeight&quot;:540}"/>
          <p:cNvSpPr txBox="1"/>
          <p:nvPr userDrawn="1"/>
        </p:nvSpPr>
        <p:spPr>
          <a:xfrm>
            <a:off x="1" y="8665621"/>
            <a:ext cx="777009" cy="18342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187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Interno</a:t>
            </a:r>
            <a:endParaRPr lang="pt-BR" sz="1187" err="1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329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  <p:sldLayoutId id="2147483871" r:id="rId16"/>
    <p:sldLayoutId id="2147483872" r:id="rId17"/>
    <p:sldLayoutId id="2147483873" r:id="rId18"/>
    <p:sldLayoutId id="2147483874" r:id="rId19"/>
    <p:sldLayoutId id="2147484107" r:id="rId20"/>
    <p:sldLayoutId id="2147484229" r:id="rId21"/>
  </p:sldLayoutIdLst>
  <p:hf hdr="0" ftr="0" dt="0"/>
  <p:txStyles>
    <p:titleStyle>
      <a:lvl1pPr algn="l" defTabSz="1085326" rtl="0" eaLnBrk="1" latinLnBrk="0" hangingPunct="1">
        <a:lnSpc>
          <a:spcPct val="90000"/>
        </a:lnSpc>
        <a:spcBef>
          <a:spcPct val="0"/>
        </a:spcBef>
        <a:buNone/>
        <a:defRPr sz="5223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71332" indent="-271332" algn="l" defTabSz="1085326" rtl="0" eaLnBrk="1" latinLnBrk="0" hangingPunct="1">
        <a:lnSpc>
          <a:spcPct val="90000"/>
        </a:lnSpc>
        <a:spcBef>
          <a:spcPts val="1187"/>
        </a:spcBef>
        <a:buFont typeface="Arial" panose="020B0604020202020204" pitchFamily="34" charset="0"/>
        <a:buChar char="•"/>
        <a:defRPr sz="332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813994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849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356656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899318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441980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984645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527307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4069969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612631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1pPr>
      <a:lvl2pPr marL="54266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2pPr>
      <a:lvl3pPr marL="108532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3pPr>
      <a:lvl4pPr marL="162798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4pPr>
      <a:lvl5pPr marL="217065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5pPr>
      <a:lvl6pPr marL="271331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255974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379863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34129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-324040602,&quot;Placement&quot;:&quot;Footer&quot;,&quot;Top&quot;:1059.343,&quot;Left&quot;:0.0,&quot;SlideWidth&quot;:1919,&quot;SlideHeight&quot;:1080}"/>
          <p:cNvSpPr txBox="1"/>
          <p:nvPr userDrawn="1"/>
        </p:nvSpPr>
        <p:spPr>
          <a:xfrm>
            <a:off x="3" y="8796911"/>
            <a:ext cx="385843" cy="9161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593">
                <a:solidFill>
                  <a:srgbClr val="000000"/>
                </a:solidFill>
                <a:latin typeface="Calibri" panose="020F050202020403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376840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</p:sldLayoutIdLst>
  <p:hf hdr="0" ftr="0" dt="0"/>
  <p:txStyles>
    <p:titleStyle>
      <a:lvl1pPr algn="l" defTabSz="1085380" rtl="0" eaLnBrk="1" latinLnBrk="0" hangingPunct="1">
        <a:lnSpc>
          <a:spcPct val="90000"/>
        </a:lnSpc>
        <a:spcBef>
          <a:spcPct val="0"/>
        </a:spcBef>
        <a:buNone/>
        <a:defRPr sz="52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1345" indent="-271345" algn="l" defTabSz="1085380" rtl="0" eaLnBrk="1" latinLnBrk="0" hangingPunct="1">
        <a:lnSpc>
          <a:spcPct val="90000"/>
        </a:lnSpc>
        <a:spcBef>
          <a:spcPts val="1187"/>
        </a:spcBef>
        <a:buFont typeface="Arial" panose="020B0604020202020204" pitchFamily="34" charset="0"/>
        <a:buChar char="•"/>
        <a:defRPr sz="3324" kern="1200">
          <a:solidFill>
            <a:schemeClr val="tx1"/>
          </a:solidFill>
          <a:latin typeface="+mn-lt"/>
          <a:ea typeface="+mn-ea"/>
          <a:cs typeface="+mn-cs"/>
        </a:defRPr>
      </a:lvl1pPr>
      <a:lvl2pPr marL="814034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849" kern="1200">
          <a:solidFill>
            <a:schemeClr val="tx1"/>
          </a:solidFill>
          <a:latin typeface="+mn-lt"/>
          <a:ea typeface="+mn-ea"/>
          <a:cs typeface="+mn-cs"/>
        </a:defRPr>
      </a:lvl2pPr>
      <a:lvl3pPr marL="1356724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3pPr>
      <a:lvl4pPr marL="1899414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4pPr>
      <a:lvl5pPr marL="2442102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5pPr>
      <a:lvl6pPr marL="2984793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527482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4070172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612862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1pPr>
      <a:lvl2pPr marL="542690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2pPr>
      <a:lvl3pPr marL="1085380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3pPr>
      <a:lvl4pPr marL="1628069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4pPr>
      <a:lvl5pPr marL="2170758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5pPr>
      <a:lvl6pPr marL="2713448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256138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3798826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341516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23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3" r:id="rId1"/>
    <p:sldLayoutId id="2147484114" r:id="rId2"/>
    <p:sldLayoutId id="2147484115" r:id="rId3"/>
    <p:sldLayoutId id="2147484116" r:id="rId4"/>
    <p:sldLayoutId id="2147484117" r:id="rId5"/>
    <p:sldLayoutId id="2147484118" r:id="rId6"/>
    <p:sldLayoutId id="2147484119" r:id="rId7"/>
    <p:sldLayoutId id="2147484120" r:id="rId8"/>
    <p:sldLayoutId id="2147484121" r:id="rId9"/>
    <p:sldLayoutId id="2147484122" r:id="rId10"/>
    <p:sldLayoutId id="2147484123" r:id="rId11"/>
    <p:sldLayoutId id="2147484124" r:id="rId12"/>
    <p:sldLayoutId id="2147484125" r:id="rId13"/>
    <p:sldLayoutId id="2147484126" r:id="rId14"/>
    <p:sldLayoutId id="2147484127" r:id="rId15"/>
    <p:sldLayoutId id="2147484128" r:id="rId16"/>
    <p:sldLayoutId id="2147484135" r:id="rId17"/>
  </p:sldLayoutIdLst>
  <p:hf hdr="0" ftr="0" dt="0"/>
  <p:txStyles>
    <p:titleStyle>
      <a:lvl1pPr algn="l" defTabSz="1085326" rtl="0" eaLnBrk="1" latinLnBrk="0" hangingPunct="1">
        <a:lnSpc>
          <a:spcPct val="90000"/>
        </a:lnSpc>
        <a:spcBef>
          <a:spcPct val="0"/>
        </a:spcBef>
        <a:buNone/>
        <a:defRPr sz="5223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71332" indent="-271332" algn="l" defTabSz="1085326" rtl="0" eaLnBrk="1" latinLnBrk="0" hangingPunct="1">
        <a:lnSpc>
          <a:spcPct val="90000"/>
        </a:lnSpc>
        <a:spcBef>
          <a:spcPts val="1187"/>
        </a:spcBef>
        <a:buFont typeface="Arial" panose="020B0604020202020204" pitchFamily="34" charset="0"/>
        <a:buChar char="•"/>
        <a:defRPr sz="332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813994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849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356656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899318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441980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984645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527307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4069969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612631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1pPr>
      <a:lvl2pPr marL="54266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2pPr>
      <a:lvl3pPr marL="108532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3pPr>
      <a:lvl4pPr marL="162798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4pPr>
      <a:lvl5pPr marL="217065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5pPr>
      <a:lvl6pPr marL="271331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255974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379863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34129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3C827D4-D42C-8A6A-A537-A0B4CD7128B4}"/>
              </a:ext>
            </a:extLst>
          </p:cNvPr>
          <p:cNvSpPr txBox="1"/>
          <p:nvPr userDrawn="1"/>
        </p:nvSpPr>
        <p:spPr>
          <a:xfrm rot="16200000">
            <a:off x="-3141896" y="4723935"/>
            <a:ext cx="7580967" cy="7858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08538" tIns="54268" rIns="108538" bIns="5426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274" b="1">
                <a:solidFill>
                  <a:srgbClr val="FFFFFF"/>
                </a:solidFill>
                <a:latin typeface="Bahnschrift"/>
                <a:cs typeface="Calibri"/>
              </a:rPr>
              <a:t>JORNADA DIGITAL</a:t>
            </a:r>
            <a:endParaRPr lang="pt-BR" sz="4274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25C2C2C-4BAB-5380-BA52-93A1FC56C26C}"/>
              </a:ext>
            </a:extLst>
          </p:cNvPr>
          <p:cNvSpPr/>
          <p:nvPr/>
        </p:nvSpPr>
        <p:spPr>
          <a:xfrm>
            <a:off x="-2066" y="706726"/>
            <a:ext cx="1273391" cy="82213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3"/>
          </a:p>
        </p:txBody>
      </p:sp>
      <p:sp>
        <p:nvSpPr>
          <p:cNvPr id="12" name="Espaço Reservado para Título 11">
            <a:extLst>
              <a:ext uri="{FF2B5EF4-FFF2-40B4-BE49-F238E27FC236}">
                <a16:creationId xmlns:a16="http://schemas.microsoft.com/office/drawing/2014/main" id="{A787540B-E9BB-77C0-29E8-6AF23926A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4055758" y="4831509"/>
            <a:ext cx="6941411" cy="1573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pic>
        <p:nvPicPr>
          <p:cNvPr id="14" name="Gráfico 13">
            <a:hlinkClick r:id="" action="ppaction://noaction"/>
            <a:extLst>
              <a:ext uri="{FF2B5EF4-FFF2-40B4-BE49-F238E27FC236}">
                <a16:creationId xmlns:a16="http://schemas.microsoft.com/office/drawing/2014/main" id="{07A9290A-52A0-94DF-BB4A-00AC9A97C4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827" t="37475" r="6827" b="37232"/>
          <a:stretch/>
        </p:blipFill>
        <p:spPr>
          <a:xfrm>
            <a:off x="169534" y="8491671"/>
            <a:ext cx="858614" cy="275861"/>
          </a:xfrm>
          <a:prstGeom prst="rect">
            <a:avLst/>
          </a:prstGeom>
        </p:spPr>
      </p:pic>
      <p:pic>
        <p:nvPicPr>
          <p:cNvPr id="5" name="Imagem 4" descr="Gráfico, Diagrama&#10;&#10;Descrição gerada automaticamente">
            <a:extLst>
              <a:ext uri="{FF2B5EF4-FFF2-40B4-BE49-F238E27FC236}">
                <a16:creationId xmlns:a16="http://schemas.microsoft.com/office/drawing/2014/main" id="{46E347C1-F01B-9669-0B00-ADD9216584A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119856" y="-123787"/>
            <a:ext cx="1513421" cy="166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3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  <p:sldLayoutId id="2147484131" r:id="rId2"/>
    <p:sldLayoutId id="2147484132" r:id="rId3"/>
  </p:sldLayoutIdLst>
  <p:hf hdr="0" ftr="0" dt="0"/>
  <p:txStyles>
    <p:titleStyle>
      <a:lvl1pPr algn="l" defTabSz="1085326" rtl="0" eaLnBrk="1" latinLnBrk="0" hangingPunct="1">
        <a:lnSpc>
          <a:spcPct val="90000"/>
        </a:lnSpc>
        <a:spcBef>
          <a:spcPct val="0"/>
        </a:spcBef>
        <a:buNone/>
        <a:defRPr lang="pt-BR" sz="3324" b="0" kern="1200" dirty="0">
          <a:solidFill>
            <a:srgbClr val="FFFFFF"/>
          </a:solidFill>
          <a:latin typeface="Verdana" panose="020B0604030504040204" pitchFamily="34" charset="0"/>
          <a:ea typeface="Verdana" panose="020B0604030504040204" pitchFamily="34" charset="0"/>
          <a:cs typeface="Calibri"/>
        </a:defRPr>
      </a:lvl1pPr>
    </p:titleStyle>
    <p:bodyStyle>
      <a:lvl1pPr marL="271332" indent="-271332" algn="l" defTabSz="1085326" rtl="0" eaLnBrk="1" latinLnBrk="0" hangingPunct="1">
        <a:lnSpc>
          <a:spcPct val="90000"/>
        </a:lnSpc>
        <a:spcBef>
          <a:spcPts val="1187"/>
        </a:spcBef>
        <a:buFont typeface="Arial" panose="020B0604020202020204" pitchFamily="34" charset="0"/>
        <a:buChar char="•"/>
        <a:defRPr sz="332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813994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849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356656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899318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441980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984645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527307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4069969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612631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1pPr>
      <a:lvl2pPr marL="54266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2pPr>
      <a:lvl3pPr marL="108532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3pPr>
      <a:lvl4pPr marL="162798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4pPr>
      <a:lvl5pPr marL="217065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5pPr>
      <a:lvl6pPr marL="271331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255974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379863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34129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774968106,&quot;Placement&quot;:&quot;Footer&quot;,&quot;Top&quot;:519.343,&quot;Left&quot;:0.0,&quot;SlideWidth&quot;:960,&quot;SlideHeight&quot;:540}"/>
          <p:cNvSpPr txBox="1"/>
          <p:nvPr userDrawn="1"/>
        </p:nvSpPr>
        <p:spPr>
          <a:xfrm>
            <a:off x="1" y="8665621"/>
            <a:ext cx="777009" cy="18342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187">
                <a:solidFill>
                  <a:srgbClr val="000000"/>
                </a:solidFill>
                <a:latin typeface="Calibri" panose="020F0502020204030204" pitchFamily="34" charset="0"/>
              </a:rPr>
              <a:t>Interno</a:t>
            </a:r>
          </a:p>
        </p:txBody>
      </p:sp>
      <p:pic>
        <p:nvPicPr>
          <p:cNvPr id="9" name="Gráfico 8" descr="Uma forma de canto orgânica">
            <a:extLst>
              <a:ext uri="{FF2B5EF4-FFF2-40B4-BE49-F238E27FC236}">
                <a16:creationId xmlns:a16="http://schemas.microsoft.com/office/drawing/2014/main" id="{52A47BAC-9364-7C75-12B6-E300309E5A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 flipH="1">
            <a:off x="-218284" y="218288"/>
            <a:ext cx="4947656" cy="451108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E8EC1A0-718C-69B5-5056-B7A191B5AAB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440134" y="-5148"/>
            <a:ext cx="12035367" cy="8934519"/>
          </a:xfrm>
          <a:prstGeom prst="rect">
            <a:avLst/>
          </a:prstGeom>
        </p:spPr>
      </p:pic>
      <p:pic>
        <p:nvPicPr>
          <p:cNvPr id="11" name="Gráfico 10" descr="Uma forma de canto orgânica">
            <a:extLst>
              <a:ext uri="{FF2B5EF4-FFF2-40B4-BE49-F238E27FC236}">
                <a16:creationId xmlns:a16="http://schemas.microsoft.com/office/drawing/2014/main" id="{FE419A7F-7C71-E269-1937-612FCBC164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60568" y="3980446"/>
            <a:ext cx="4511084" cy="4947656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56F8FED8-A7E1-0BD4-B363-225A2E2B2B1A}"/>
              </a:ext>
            </a:extLst>
          </p:cNvPr>
          <p:cNvSpPr/>
          <p:nvPr userDrawn="1"/>
        </p:nvSpPr>
        <p:spPr>
          <a:xfrm>
            <a:off x="-3608" y="2493816"/>
            <a:ext cx="4281141" cy="644701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3"/>
          </a:p>
        </p:txBody>
      </p: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5EED93BD-FB97-5407-231B-9C5F9F3B6A4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682075" y="7782942"/>
            <a:ext cx="1789575" cy="1111181"/>
          </a:xfrm>
          <a:prstGeom prst="rect">
            <a:avLst/>
          </a:prstGeom>
        </p:spPr>
      </p:pic>
      <p:pic>
        <p:nvPicPr>
          <p:cNvPr id="14" name="Gráfico 13" descr="Uma forma de canto orgânica">
            <a:extLst>
              <a:ext uri="{FF2B5EF4-FFF2-40B4-BE49-F238E27FC236}">
                <a16:creationId xmlns:a16="http://schemas.microsoft.com/office/drawing/2014/main" id="{05D311AC-BC28-A0EC-C7AB-029E307164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9960568" y="2"/>
            <a:ext cx="4511084" cy="494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37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4" r:id="rId1"/>
  </p:sldLayoutIdLst>
  <p:hf hdr="0" ftr="0" dt="0"/>
  <p:txStyles>
    <p:titleStyle>
      <a:lvl1pPr algn="l" defTabSz="1085326" rtl="0" eaLnBrk="1" latinLnBrk="0" hangingPunct="1">
        <a:lnSpc>
          <a:spcPct val="90000"/>
        </a:lnSpc>
        <a:spcBef>
          <a:spcPct val="0"/>
        </a:spcBef>
        <a:buNone/>
        <a:defRPr sz="5223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71332" indent="-271332" algn="l" defTabSz="1085326" rtl="0" eaLnBrk="1" latinLnBrk="0" hangingPunct="1">
        <a:lnSpc>
          <a:spcPct val="90000"/>
        </a:lnSpc>
        <a:spcBef>
          <a:spcPts val="1187"/>
        </a:spcBef>
        <a:buFont typeface="Arial" panose="020B0604020202020204" pitchFamily="34" charset="0"/>
        <a:buChar char="•"/>
        <a:defRPr sz="332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813994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849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356656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899318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441980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984645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527307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4069969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612631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1pPr>
      <a:lvl2pPr marL="54266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2pPr>
      <a:lvl3pPr marL="108532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3pPr>
      <a:lvl4pPr marL="162798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4pPr>
      <a:lvl5pPr marL="217065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5pPr>
      <a:lvl6pPr marL="271331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255974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379863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34129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4926" y="475339"/>
            <a:ext cx="12481798" cy="1725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4926" y="2376694"/>
            <a:ext cx="12481798" cy="5664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4926" y="8275026"/>
            <a:ext cx="3256121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3734" y="8275026"/>
            <a:ext cx="4884182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20603" y="8275026"/>
            <a:ext cx="3256121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MSIPCMContentMarking" descr="{&quot;HashCode&quot;:774968106,&quot;Placement&quot;:&quot;Footer&quot;,&quot;Top&quot;:519.343,&quot;Left&quot;:0.0,&quot;SlideWidth&quot;:960,&quot;SlideHeight&quot;:540}"/>
          <p:cNvSpPr txBox="1"/>
          <p:nvPr userDrawn="1"/>
        </p:nvSpPr>
        <p:spPr>
          <a:xfrm>
            <a:off x="1" y="8665621"/>
            <a:ext cx="777009" cy="18342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187">
                <a:solidFill>
                  <a:srgbClr val="000000"/>
                </a:solidFill>
                <a:latin typeface="Calibri" panose="020F0502020204030204" pitchFamily="34" charset="0"/>
              </a:rPr>
              <a:t>Interno</a:t>
            </a:r>
          </a:p>
        </p:txBody>
      </p:sp>
      <p:pic>
        <p:nvPicPr>
          <p:cNvPr id="8" name="Gráfico 8" descr="Uma forma de canto orgânica">
            <a:extLst>
              <a:ext uri="{FF2B5EF4-FFF2-40B4-BE49-F238E27FC236}">
                <a16:creationId xmlns:a16="http://schemas.microsoft.com/office/drawing/2014/main" id="{52A47BAC-9364-7C75-12B6-E300309E5A2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5400000" flipH="1">
            <a:off x="-218284" y="218288"/>
            <a:ext cx="4947656" cy="451108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E8EC1A0-718C-69B5-5056-B7A191B5AAB5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2440134" y="-5148"/>
            <a:ext cx="12035367" cy="8934519"/>
          </a:xfrm>
          <a:prstGeom prst="rect">
            <a:avLst/>
          </a:prstGeom>
        </p:spPr>
      </p:pic>
      <p:pic>
        <p:nvPicPr>
          <p:cNvPr id="10" name="Gráfico 10" descr="Uma forma de canto orgânica">
            <a:extLst>
              <a:ext uri="{FF2B5EF4-FFF2-40B4-BE49-F238E27FC236}">
                <a16:creationId xmlns:a16="http://schemas.microsoft.com/office/drawing/2014/main" id="{FE419A7F-7C71-E269-1937-612FCBC1645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60568" y="3980446"/>
            <a:ext cx="4511084" cy="4947656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56F8FED8-A7E1-0BD4-B363-225A2E2B2B1A}"/>
              </a:ext>
            </a:extLst>
          </p:cNvPr>
          <p:cNvSpPr/>
          <p:nvPr userDrawn="1"/>
        </p:nvSpPr>
        <p:spPr>
          <a:xfrm>
            <a:off x="-3608" y="2493816"/>
            <a:ext cx="4281141" cy="644701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3"/>
          </a:p>
        </p:txBody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5EED93BD-FB97-5407-231B-9C5F9F3B6A4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2682075" y="7782942"/>
            <a:ext cx="1789575" cy="1111181"/>
          </a:xfrm>
          <a:prstGeom prst="rect">
            <a:avLst/>
          </a:prstGeom>
        </p:spPr>
      </p:pic>
      <p:pic>
        <p:nvPicPr>
          <p:cNvPr id="13" name="Gráfico 13" descr="Uma forma de canto orgânica">
            <a:extLst>
              <a:ext uri="{FF2B5EF4-FFF2-40B4-BE49-F238E27FC236}">
                <a16:creationId xmlns:a16="http://schemas.microsoft.com/office/drawing/2014/main" id="{05D311AC-BC28-A0EC-C7AB-029E307164D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0800000" flipH="1">
            <a:off x="9960568" y="2"/>
            <a:ext cx="4511084" cy="494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4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9" r:id="rId1"/>
    <p:sldLayoutId id="2147484200" r:id="rId2"/>
    <p:sldLayoutId id="2147484201" r:id="rId3"/>
    <p:sldLayoutId id="2147484202" r:id="rId4"/>
    <p:sldLayoutId id="2147484203" r:id="rId5"/>
    <p:sldLayoutId id="2147484204" r:id="rId6"/>
    <p:sldLayoutId id="2147484205" r:id="rId7"/>
    <p:sldLayoutId id="2147484206" r:id="rId8"/>
    <p:sldLayoutId id="2147484207" r:id="rId9"/>
    <p:sldLayoutId id="2147484208" r:id="rId10"/>
    <p:sldLayoutId id="2147484209" r:id="rId11"/>
    <p:sldLayoutId id="2147484210" r:id="rId12"/>
  </p:sldLayoutIdLst>
  <p:hf hdr="0" ftr="0" dt="0"/>
  <p:txStyles>
    <p:titleStyle>
      <a:lvl1pPr algn="l" defTabSz="1085393" rtl="0" eaLnBrk="1" latinLnBrk="0" hangingPunct="1">
        <a:lnSpc>
          <a:spcPct val="90000"/>
        </a:lnSpc>
        <a:spcBef>
          <a:spcPct val="0"/>
        </a:spcBef>
        <a:buNone/>
        <a:defRPr sz="52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1348" indent="-271348" algn="l" defTabSz="1085393" rtl="0" eaLnBrk="1" latinLnBrk="0" hangingPunct="1">
        <a:lnSpc>
          <a:spcPct val="90000"/>
        </a:lnSpc>
        <a:spcBef>
          <a:spcPts val="1187"/>
        </a:spcBef>
        <a:buFont typeface="Arial" panose="020B0604020202020204" pitchFamily="34" charset="0"/>
        <a:buChar char="•"/>
        <a:defRPr sz="3324" kern="1200">
          <a:solidFill>
            <a:schemeClr val="tx1"/>
          </a:solidFill>
          <a:latin typeface="+mn-lt"/>
          <a:ea typeface="+mn-ea"/>
          <a:cs typeface="+mn-cs"/>
        </a:defRPr>
      </a:lvl1pPr>
      <a:lvl2pPr marL="814045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849" kern="1200">
          <a:solidFill>
            <a:schemeClr val="tx1"/>
          </a:solidFill>
          <a:latin typeface="+mn-lt"/>
          <a:ea typeface="+mn-ea"/>
          <a:cs typeface="+mn-cs"/>
        </a:defRPr>
      </a:lvl2pPr>
      <a:lvl3pPr marL="1356741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3pPr>
      <a:lvl4pPr marL="1899437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4pPr>
      <a:lvl5pPr marL="2442134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5pPr>
      <a:lvl6pPr marL="2984830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6pPr>
      <a:lvl7pPr marL="3527527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7pPr>
      <a:lvl8pPr marL="4070223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8pPr>
      <a:lvl9pPr marL="4612919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1pPr>
      <a:lvl2pPr marL="542696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2pPr>
      <a:lvl3pPr marL="1085393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3pPr>
      <a:lvl4pPr marL="1628089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4pPr>
      <a:lvl5pPr marL="2170786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5pPr>
      <a:lvl6pPr marL="2713482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6pPr>
      <a:lvl7pPr marL="3256178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7pPr>
      <a:lvl8pPr marL="3798875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8pPr>
      <a:lvl9pPr marL="4341571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4926" y="475339"/>
            <a:ext cx="12481798" cy="1725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4926" y="2376694"/>
            <a:ext cx="12481798" cy="5664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4926" y="8275026"/>
            <a:ext cx="3256121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3734" y="8275026"/>
            <a:ext cx="4884182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20603" y="8275026"/>
            <a:ext cx="3256121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95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2" r:id="rId1"/>
    <p:sldLayoutId id="2147484213" r:id="rId2"/>
    <p:sldLayoutId id="2147484214" r:id="rId3"/>
    <p:sldLayoutId id="2147484215" r:id="rId4"/>
    <p:sldLayoutId id="2147484216" r:id="rId5"/>
    <p:sldLayoutId id="2147484217" r:id="rId6"/>
    <p:sldLayoutId id="2147484218" r:id="rId7"/>
    <p:sldLayoutId id="2147484219" r:id="rId8"/>
    <p:sldLayoutId id="2147484220" r:id="rId9"/>
    <p:sldLayoutId id="2147484221" r:id="rId10"/>
    <p:sldLayoutId id="2147484222" r:id="rId11"/>
    <p:sldLayoutId id="2147484223" r:id="rId12"/>
    <p:sldLayoutId id="2147484226" r:id="rId13"/>
    <p:sldLayoutId id="2147484228" r:id="rId14"/>
  </p:sldLayoutIdLst>
  <p:hf hdr="0" ftr="0" dt="0"/>
  <p:txStyles>
    <p:titleStyle>
      <a:lvl1pPr algn="l" defTabSz="1085393" rtl="0" eaLnBrk="1" latinLnBrk="0" hangingPunct="1">
        <a:lnSpc>
          <a:spcPct val="90000"/>
        </a:lnSpc>
        <a:spcBef>
          <a:spcPct val="0"/>
        </a:spcBef>
        <a:buNone/>
        <a:defRPr sz="52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1348" indent="-271348" algn="l" defTabSz="1085393" rtl="0" eaLnBrk="1" latinLnBrk="0" hangingPunct="1">
        <a:lnSpc>
          <a:spcPct val="90000"/>
        </a:lnSpc>
        <a:spcBef>
          <a:spcPts val="1187"/>
        </a:spcBef>
        <a:buFont typeface="Arial" panose="020B0604020202020204" pitchFamily="34" charset="0"/>
        <a:buChar char="•"/>
        <a:defRPr sz="3324" kern="1200">
          <a:solidFill>
            <a:schemeClr val="tx1"/>
          </a:solidFill>
          <a:latin typeface="+mn-lt"/>
          <a:ea typeface="+mn-ea"/>
          <a:cs typeface="+mn-cs"/>
        </a:defRPr>
      </a:lvl1pPr>
      <a:lvl2pPr marL="814045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849" kern="1200">
          <a:solidFill>
            <a:schemeClr val="tx1"/>
          </a:solidFill>
          <a:latin typeface="+mn-lt"/>
          <a:ea typeface="+mn-ea"/>
          <a:cs typeface="+mn-cs"/>
        </a:defRPr>
      </a:lvl2pPr>
      <a:lvl3pPr marL="1356741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3pPr>
      <a:lvl4pPr marL="1899437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4pPr>
      <a:lvl5pPr marL="2442134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5pPr>
      <a:lvl6pPr marL="2984830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6pPr>
      <a:lvl7pPr marL="3527527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7pPr>
      <a:lvl8pPr marL="4070223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8pPr>
      <a:lvl9pPr marL="4612919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1pPr>
      <a:lvl2pPr marL="542696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2pPr>
      <a:lvl3pPr marL="1085393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3pPr>
      <a:lvl4pPr marL="1628089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4pPr>
      <a:lvl5pPr marL="2170786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5pPr>
      <a:lvl6pPr marL="2713482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6pPr>
      <a:lvl7pPr marL="3256178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7pPr>
      <a:lvl8pPr marL="3798875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8pPr>
      <a:lvl9pPr marL="4341571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9.png"/><Relationship Id="rId7" Type="http://schemas.openxmlformats.org/officeDocument/2006/relationships/hyperlink" Target="https://americalatinalogistica-my.sharepoint.com/:p:/g/personal/natalia_albuquerque_rumolog_com/EdYnnWO0XxREuOQuQJk_kvsBhMTYFu9iOgw9olRYHpS4hQ?email=rubens.martins@rumolog.com&amp;wdOrigin=TEAMS-MAGLEV.p2p_ns.rwc&amp;wdExp=TEAMS-TREATMENT&amp;wdhostclicktime=1723811917590&amp;web=1" TargetMode="External"/><Relationship Id="rId12" Type="http://schemas.openxmlformats.org/officeDocument/2006/relationships/hyperlink" Target="https://rumolog.atlassian.net/wiki/spaces/GP/pages/3337781532/Template+Checklist+Tombament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0.xml"/><Relationship Id="rId6" Type="http://schemas.openxmlformats.org/officeDocument/2006/relationships/hyperlink" Target="https://rumolog.sharepoint.com/sites/Tecnologia/SitePages/Documentos-Padr&#227;o-para-Comit&#234;-Investimentos.aspx?csf=1&amp;web=1&amp;e=m1gN3s&amp;ovuser=837ce9c2-30fa-4613-b9ee-1f114ce71ff1,rubens.martins@rumolog.com&amp;OR=Teams-HL&amp;CT=1724085888856&amp;clickparams=eyJBcHBOYW1lIjoiVGVhbXMtRGVza3RvcCIsIkFwcFZlcnNpb24iOiI0OS8yNDA3MTEyODgyNSIsIkhhc0ZlZGVyYXRlZFVzZXIiOmZhbHNlfQ%3d%3d&amp;CID=3cdb47a1-50a6-6000-2a4d-8a4cc4e4a18c&amp;cidOR=SPO" TargetMode="External"/><Relationship Id="rId11" Type="http://schemas.openxmlformats.org/officeDocument/2006/relationships/hyperlink" Target="https://rumolog.atlassian.net/wiki/x/EwD9xg" TargetMode="External"/><Relationship Id="rId5" Type="http://schemas.openxmlformats.org/officeDocument/2006/relationships/image" Target="../media/image50.png"/><Relationship Id="rId10" Type="http://schemas.openxmlformats.org/officeDocument/2006/relationships/hyperlink" Target="https://rumolog.sharepoint.com/:p:/r/sites/ComitdeInvestimento/SiteAssets/SitePages/Home/Treinamento---Solitica&#231;&#227;o-de-Mudan&#231;a.pptx?d=w8ad9cfd05228498c854da7d8c5448c81&amp;csf=1&amp;web=1&amp;e=yEeXMU" TargetMode="External"/><Relationship Id="rId4" Type="http://schemas.openxmlformats.org/officeDocument/2006/relationships/hyperlink" Target="https://rumolog.sharepoint.com/sites/Teste-Processos/Documentos%20Partilhados/Forms/AllItems.aspx?id=/sites/Teste-Processos/Documentos%20Partilhados/Processos%20Gerais/Projetos/1.02.90.039.00%20Instru%C3%A7%C3%A3o%20aprova%C3%A7%C3%A3o%20pelas%20%C3%A1reas.pdf&amp;parent=/sites/Teste-Processos/Documentos%20Partilhados/Processos%20Gerais/Projetos" TargetMode="External"/><Relationship Id="rId9" Type="http://schemas.openxmlformats.org/officeDocument/2006/relationships/hyperlink" Target="https://rumolog.atlassian.net/wiki/spaces/GP/pages/3466133512/Solicita+o+de+Mudan+a+Projeto+Cape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Fluxograma: Processo Alternativo 170"/>
          <p:cNvSpPr/>
          <p:nvPr/>
        </p:nvSpPr>
        <p:spPr>
          <a:xfrm>
            <a:off x="880065" y="81841"/>
            <a:ext cx="13530415" cy="2313081"/>
          </a:xfrm>
          <a:prstGeom prst="flowChartAlternateProcess">
            <a:avLst/>
          </a:prstGeom>
          <a:solidFill>
            <a:srgbClr val="8BCDFF"/>
          </a:solidFill>
          <a:ln>
            <a:solidFill>
              <a:srgbClr val="8BC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pt-BR" sz="1600" dirty="0"/>
          </a:p>
        </p:txBody>
      </p:sp>
      <p:grpSp>
        <p:nvGrpSpPr>
          <p:cNvPr id="147" name="Agrupar 146"/>
          <p:cNvGrpSpPr/>
          <p:nvPr/>
        </p:nvGrpSpPr>
        <p:grpSpPr>
          <a:xfrm>
            <a:off x="905330" y="4444415"/>
            <a:ext cx="13528126" cy="4410018"/>
            <a:chOff x="882355" y="4627112"/>
            <a:chExt cx="13528126" cy="4228737"/>
          </a:xfrm>
        </p:grpSpPr>
        <p:sp>
          <p:nvSpPr>
            <p:cNvPr id="169" name="Fluxograma: Processo Alternativo 168"/>
            <p:cNvSpPr/>
            <p:nvPr/>
          </p:nvSpPr>
          <p:spPr>
            <a:xfrm>
              <a:off x="4399370" y="4627112"/>
              <a:ext cx="10011111" cy="4228737"/>
            </a:xfrm>
            <a:prstGeom prst="flowChartAlternateProcess">
              <a:avLst/>
            </a:prstGeom>
            <a:solidFill>
              <a:srgbClr val="A9F7FD"/>
            </a:solidFill>
            <a:ln>
              <a:solidFill>
                <a:srgbClr val="A9F7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pt-BR" sz="1700" dirty="0"/>
            </a:p>
          </p:txBody>
        </p:sp>
        <p:sp>
          <p:nvSpPr>
            <p:cNvPr id="168" name="Fluxograma: Processo Alternativo 167"/>
            <p:cNvSpPr/>
            <p:nvPr/>
          </p:nvSpPr>
          <p:spPr>
            <a:xfrm>
              <a:off x="882355" y="5841452"/>
              <a:ext cx="13528126" cy="3014397"/>
            </a:xfrm>
            <a:prstGeom prst="flowChartAlternateProcess">
              <a:avLst/>
            </a:prstGeom>
            <a:solidFill>
              <a:srgbClr val="A9F7FD"/>
            </a:solidFill>
            <a:ln>
              <a:solidFill>
                <a:srgbClr val="A9F7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pt-BR" sz="1700" dirty="0"/>
            </a:p>
          </p:txBody>
        </p:sp>
      </p:grpSp>
      <p:pic>
        <p:nvPicPr>
          <p:cNvPr id="353" name="Imagem 3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349" y="4708347"/>
            <a:ext cx="5749026" cy="2304488"/>
          </a:xfrm>
          <a:prstGeom prst="rect">
            <a:avLst/>
          </a:prstGeom>
        </p:spPr>
      </p:pic>
      <p:sp>
        <p:nvSpPr>
          <p:cNvPr id="6" name="Fluxograma: Conector 5"/>
          <p:cNvSpPr/>
          <p:nvPr/>
        </p:nvSpPr>
        <p:spPr>
          <a:xfrm>
            <a:off x="1825487" y="272115"/>
            <a:ext cx="336123" cy="412302"/>
          </a:xfrm>
          <a:prstGeom prst="flowChartConnector">
            <a:avLst/>
          </a:prstGeom>
          <a:solidFill>
            <a:srgbClr val="92D050">
              <a:alpha val="74902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cxnSp>
        <p:nvCxnSpPr>
          <p:cNvPr id="7" name="Conector de Seta Reta 6"/>
          <p:cNvCxnSpPr>
            <a:stCxn id="6" idx="4"/>
            <a:endCxn id="95" idx="0"/>
          </p:cNvCxnSpPr>
          <p:nvPr/>
        </p:nvCxnSpPr>
        <p:spPr>
          <a:xfrm flipH="1">
            <a:off x="1993548" y="684417"/>
            <a:ext cx="1" cy="2505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8" idx="3"/>
            <a:endCxn id="9" idx="1"/>
          </p:cNvCxnSpPr>
          <p:nvPr/>
        </p:nvCxnSpPr>
        <p:spPr>
          <a:xfrm>
            <a:off x="2552046" y="3637172"/>
            <a:ext cx="21859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Losango 8"/>
          <p:cNvSpPr/>
          <p:nvPr/>
        </p:nvSpPr>
        <p:spPr>
          <a:xfrm>
            <a:off x="2770642" y="3407265"/>
            <a:ext cx="405458" cy="459815"/>
          </a:xfrm>
          <a:prstGeom prst="diamond">
            <a:avLst/>
          </a:prstGeom>
          <a:solidFill>
            <a:srgbClr val="FFC000">
              <a:alpha val="74902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cxnSp>
        <p:nvCxnSpPr>
          <p:cNvPr id="10" name="Conector de Seta Reta 9"/>
          <p:cNvCxnSpPr>
            <a:stCxn id="9" idx="3"/>
            <a:endCxn id="59" idx="1"/>
          </p:cNvCxnSpPr>
          <p:nvPr/>
        </p:nvCxnSpPr>
        <p:spPr>
          <a:xfrm flipV="1">
            <a:off x="3176100" y="3637172"/>
            <a:ext cx="59032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9" idx="2"/>
            <a:endCxn id="14" idx="0"/>
          </p:cNvCxnSpPr>
          <p:nvPr/>
        </p:nvCxnSpPr>
        <p:spPr>
          <a:xfrm>
            <a:off x="2973371" y="3867080"/>
            <a:ext cx="0" cy="1911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3178342" y="3439027"/>
            <a:ext cx="412145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Sim</a:t>
            </a:r>
            <a:endParaRPr lang="pt-BR" sz="1068" b="1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2930699" y="3774156"/>
            <a:ext cx="488484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Não</a:t>
            </a:r>
            <a:endParaRPr lang="pt-BR" sz="1306" b="1" dirty="0"/>
          </a:p>
        </p:txBody>
      </p:sp>
      <p:sp>
        <p:nvSpPr>
          <p:cNvPr id="14" name="Losango 13"/>
          <p:cNvSpPr/>
          <p:nvPr/>
        </p:nvSpPr>
        <p:spPr>
          <a:xfrm>
            <a:off x="2770642" y="4058268"/>
            <a:ext cx="405458" cy="459815"/>
          </a:xfrm>
          <a:prstGeom prst="diamond">
            <a:avLst/>
          </a:prstGeom>
          <a:solidFill>
            <a:srgbClr val="FFC000">
              <a:alpha val="74902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2934777" y="4497851"/>
            <a:ext cx="412145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Sim</a:t>
            </a:r>
            <a:endParaRPr lang="pt-BR" sz="1068" b="1" dirty="0"/>
          </a:p>
        </p:txBody>
      </p:sp>
      <p:sp>
        <p:nvSpPr>
          <p:cNvPr id="22" name="CaixaDeTexto 21"/>
          <p:cNvSpPr txBox="1"/>
          <p:nvPr/>
        </p:nvSpPr>
        <p:spPr>
          <a:xfrm>
            <a:off x="2453932" y="4094462"/>
            <a:ext cx="445056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Não</a:t>
            </a:r>
            <a:endParaRPr lang="pt-BR" sz="1306" b="1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1982675" y="4285650"/>
            <a:ext cx="922420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31" b="1" dirty="0"/>
              <a:t>Projeto irá para o próximo ciclo?</a:t>
            </a:r>
            <a:endParaRPr lang="pt-BR" sz="950" b="1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2652118" y="2927354"/>
            <a:ext cx="1040522" cy="545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50" b="1" dirty="0"/>
              <a:t>Projeto foi aprovado no Gate Keeper?</a:t>
            </a:r>
            <a:endParaRPr lang="pt-BR" sz="1068" b="1" dirty="0"/>
          </a:p>
        </p:txBody>
      </p:sp>
      <p:cxnSp>
        <p:nvCxnSpPr>
          <p:cNvPr id="36" name="Conector de Seta Reta 35"/>
          <p:cNvCxnSpPr>
            <a:stCxn id="59" idx="3"/>
            <a:endCxn id="37" idx="1"/>
          </p:cNvCxnSpPr>
          <p:nvPr/>
        </p:nvCxnSpPr>
        <p:spPr>
          <a:xfrm>
            <a:off x="4883416" y="3637172"/>
            <a:ext cx="15588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Losango 36"/>
          <p:cNvSpPr/>
          <p:nvPr/>
        </p:nvSpPr>
        <p:spPr>
          <a:xfrm>
            <a:off x="5039305" y="3407265"/>
            <a:ext cx="405458" cy="459815"/>
          </a:xfrm>
          <a:prstGeom prst="diamond">
            <a:avLst/>
          </a:prstGeom>
          <a:solidFill>
            <a:srgbClr val="FFC000">
              <a:alpha val="74902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4775386" y="3797534"/>
            <a:ext cx="956326" cy="395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50" b="1" dirty="0"/>
              <a:t>Precisa ajustar material?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5380622" y="3445229"/>
            <a:ext cx="438189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Não</a:t>
            </a:r>
          </a:p>
        </p:txBody>
      </p:sp>
      <p:cxnSp>
        <p:nvCxnSpPr>
          <p:cNvPr id="40" name="Conector de Seta Reta 39"/>
          <p:cNvCxnSpPr>
            <a:stCxn id="37" idx="0"/>
            <a:endCxn id="60" idx="2"/>
          </p:cNvCxnSpPr>
          <p:nvPr/>
        </p:nvCxnSpPr>
        <p:spPr>
          <a:xfrm flipV="1">
            <a:off x="5242034" y="1732600"/>
            <a:ext cx="6065" cy="16746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stCxn id="37" idx="3"/>
            <a:endCxn id="42" idx="1"/>
          </p:cNvCxnSpPr>
          <p:nvPr/>
        </p:nvCxnSpPr>
        <p:spPr>
          <a:xfrm>
            <a:off x="5444763" y="3637173"/>
            <a:ext cx="4552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Losango 41"/>
          <p:cNvSpPr/>
          <p:nvPr/>
        </p:nvSpPr>
        <p:spPr>
          <a:xfrm>
            <a:off x="5899971" y="3407265"/>
            <a:ext cx="405458" cy="459815"/>
          </a:xfrm>
          <a:prstGeom prst="diamond">
            <a:avLst/>
          </a:prstGeom>
          <a:solidFill>
            <a:srgbClr val="FFC000">
              <a:alpha val="74902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5621543" y="2999412"/>
            <a:ext cx="987873" cy="489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31" b="1" dirty="0"/>
              <a:t>Projeto foi aprovado pelo comitê do mês?</a:t>
            </a:r>
          </a:p>
        </p:txBody>
      </p:sp>
      <p:sp>
        <p:nvSpPr>
          <p:cNvPr id="49" name="CaixaDeTexto 48"/>
          <p:cNvSpPr txBox="1"/>
          <p:nvPr/>
        </p:nvSpPr>
        <p:spPr>
          <a:xfrm>
            <a:off x="6070992" y="3828613"/>
            <a:ext cx="428427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Não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222093" y="3433935"/>
            <a:ext cx="376865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Sim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5201532" y="3060214"/>
            <a:ext cx="412145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Sim</a:t>
            </a:r>
          </a:p>
        </p:txBody>
      </p:sp>
      <p:grpSp>
        <p:nvGrpSpPr>
          <p:cNvPr id="163" name="Agrupar 162"/>
          <p:cNvGrpSpPr/>
          <p:nvPr/>
        </p:nvGrpSpPr>
        <p:grpSpPr>
          <a:xfrm>
            <a:off x="13124676" y="1755135"/>
            <a:ext cx="396000" cy="587561"/>
            <a:chOff x="13159962" y="1794890"/>
            <a:chExt cx="396000" cy="587561"/>
          </a:xfrm>
        </p:grpSpPr>
        <p:grpSp>
          <p:nvGrpSpPr>
            <p:cNvPr id="54" name="Agrupar 53"/>
            <p:cNvGrpSpPr/>
            <p:nvPr/>
          </p:nvGrpSpPr>
          <p:grpSpPr>
            <a:xfrm>
              <a:off x="13159962" y="1794890"/>
              <a:ext cx="396000" cy="396000"/>
              <a:chOff x="6892413" y="2189141"/>
              <a:chExt cx="1440000" cy="1440000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55" name="Fluxograma: Conector 54"/>
              <p:cNvSpPr/>
              <p:nvPr/>
            </p:nvSpPr>
            <p:spPr>
              <a:xfrm>
                <a:off x="6892413" y="2189141"/>
                <a:ext cx="1440000" cy="1440000"/>
              </a:xfrm>
              <a:prstGeom prst="flowChartConnector">
                <a:avLst/>
              </a:prstGeom>
              <a:grpFill/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sp>
            <p:nvSpPr>
              <p:cNvPr id="56" name="Seta para a Direita 55"/>
              <p:cNvSpPr/>
              <p:nvPr/>
            </p:nvSpPr>
            <p:spPr>
              <a:xfrm>
                <a:off x="7086387" y="2491270"/>
                <a:ext cx="1052052" cy="835741"/>
              </a:xfrm>
              <a:prstGeom prst="rightArrow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7" name="CaixaDeTexto 56"/>
            <p:cNvSpPr txBox="1"/>
            <p:nvPr/>
          </p:nvSpPr>
          <p:spPr>
            <a:xfrm>
              <a:off x="13281476" y="2137226"/>
              <a:ext cx="177122" cy="245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50" b="1" dirty="0"/>
                <a:t>D</a:t>
              </a:r>
              <a:endParaRPr lang="pt-BR" sz="1068" b="1" dirty="0"/>
            </a:p>
          </p:txBody>
        </p:sp>
      </p:grpSp>
      <p:sp>
        <p:nvSpPr>
          <p:cNvPr id="58" name="Fluxograma: Processo Alternativo 57"/>
          <p:cNvSpPr/>
          <p:nvPr/>
        </p:nvSpPr>
        <p:spPr>
          <a:xfrm>
            <a:off x="1435050" y="3334243"/>
            <a:ext cx="1116996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Envio do material para o escritório</a:t>
            </a:r>
          </a:p>
        </p:txBody>
      </p:sp>
      <p:sp>
        <p:nvSpPr>
          <p:cNvPr id="59" name="Fluxograma: Processo Alternativo 58"/>
          <p:cNvSpPr/>
          <p:nvPr/>
        </p:nvSpPr>
        <p:spPr>
          <a:xfrm>
            <a:off x="3766420" y="3334243"/>
            <a:ext cx="1116996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22113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Verificar necessidade de ajuste</a:t>
            </a:r>
          </a:p>
        </p:txBody>
      </p:sp>
      <p:sp>
        <p:nvSpPr>
          <p:cNvPr id="60" name="Fluxograma: Processo Alternativo 59"/>
          <p:cNvSpPr/>
          <p:nvPr/>
        </p:nvSpPr>
        <p:spPr>
          <a:xfrm>
            <a:off x="4866674" y="1126742"/>
            <a:ext cx="762849" cy="605858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Realizar ajustes</a:t>
            </a:r>
          </a:p>
        </p:txBody>
      </p:sp>
      <p:sp>
        <p:nvSpPr>
          <p:cNvPr id="61" name="Fluxograma: Processo Alternativo 60">
            <a:hlinkClick r:id="" action="ppaction://noaction"/>
          </p:cNvPr>
          <p:cNvSpPr/>
          <p:nvPr/>
        </p:nvSpPr>
        <p:spPr>
          <a:xfrm>
            <a:off x="1391327" y="4872109"/>
            <a:ext cx="1204443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Encerramento do card com evidência</a:t>
            </a:r>
          </a:p>
        </p:txBody>
      </p:sp>
      <p:sp>
        <p:nvSpPr>
          <p:cNvPr id="62" name="Fluxograma: Processo Alternativo 61">
            <a:hlinkClick r:id="" action="ppaction://noaction"/>
          </p:cNvPr>
          <p:cNvSpPr/>
          <p:nvPr/>
        </p:nvSpPr>
        <p:spPr>
          <a:xfrm>
            <a:off x="2944224" y="4872109"/>
            <a:ext cx="1116996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Atualizar card para próximo ciclo</a:t>
            </a:r>
          </a:p>
        </p:txBody>
      </p:sp>
      <p:sp>
        <p:nvSpPr>
          <p:cNvPr id="63" name="Fluxograma: Processo Alternativo 62">
            <a:hlinkClick r:id="" action="ppaction://noaction"/>
          </p:cNvPr>
          <p:cNvSpPr/>
          <p:nvPr/>
        </p:nvSpPr>
        <p:spPr>
          <a:xfrm>
            <a:off x="6952750" y="3334243"/>
            <a:ext cx="1080000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Solicitar escritório para liberar PEP</a:t>
            </a:r>
          </a:p>
        </p:txBody>
      </p:sp>
      <p:cxnSp>
        <p:nvCxnSpPr>
          <p:cNvPr id="64" name="Conector de Seta Reta 63"/>
          <p:cNvCxnSpPr>
            <a:stCxn id="63" idx="3"/>
            <a:endCxn id="65" idx="1"/>
          </p:cNvCxnSpPr>
          <p:nvPr/>
        </p:nvCxnSpPr>
        <p:spPr>
          <a:xfrm>
            <a:off x="8032750" y="3637172"/>
            <a:ext cx="1999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Fluxograma: Processo Alternativo 64">
            <a:hlinkClick r:id="" action="ppaction://noaction"/>
          </p:cNvPr>
          <p:cNvSpPr/>
          <p:nvPr/>
        </p:nvSpPr>
        <p:spPr>
          <a:xfrm>
            <a:off x="8232671" y="3334243"/>
            <a:ext cx="1116996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Informar PEP para GP via JIRA</a:t>
            </a:r>
          </a:p>
        </p:txBody>
      </p:sp>
      <p:sp>
        <p:nvSpPr>
          <p:cNvPr id="66" name="Fluxograma: Processo Alternativo 65">
            <a:hlinkClick r:id="" action="ppaction://noaction"/>
          </p:cNvPr>
          <p:cNvSpPr/>
          <p:nvPr/>
        </p:nvSpPr>
        <p:spPr>
          <a:xfrm>
            <a:off x="9736415" y="3334243"/>
            <a:ext cx="776554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Analisar material</a:t>
            </a:r>
          </a:p>
        </p:txBody>
      </p:sp>
      <p:cxnSp>
        <p:nvCxnSpPr>
          <p:cNvPr id="67" name="Conector de Seta Reta 66"/>
          <p:cNvCxnSpPr>
            <a:stCxn id="66" idx="3"/>
            <a:endCxn id="68" idx="1"/>
          </p:cNvCxnSpPr>
          <p:nvPr/>
        </p:nvCxnSpPr>
        <p:spPr>
          <a:xfrm>
            <a:off x="10512969" y="3637172"/>
            <a:ext cx="35599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Losango 67"/>
          <p:cNvSpPr/>
          <p:nvPr/>
        </p:nvSpPr>
        <p:spPr>
          <a:xfrm>
            <a:off x="10868965" y="3407265"/>
            <a:ext cx="405458" cy="459815"/>
          </a:xfrm>
          <a:prstGeom prst="diamond">
            <a:avLst/>
          </a:prstGeom>
          <a:solidFill>
            <a:srgbClr val="FFC000">
              <a:alpha val="74902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69" name="CaixaDeTexto 68"/>
          <p:cNvSpPr txBox="1"/>
          <p:nvPr/>
        </p:nvSpPr>
        <p:spPr>
          <a:xfrm>
            <a:off x="10523454" y="3870988"/>
            <a:ext cx="1133918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50" b="1" dirty="0"/>
              <a:t>Precisa de ajuste?</a:t>
            </a:r>
          </a:p>
        </p:txBody>
      </p:sp>
      <p:cxnSp>
        <p:nvCxnSpPr>
          <p:cNvPr id="70" name="Conector de Seta Reta 69"/>
          <p:cNvCxnSpPr>
            <a:stCxn id="68" idx="0"/>
            <a:endCxn id="72" idx="2"/>
          </p:cNvCxnSpPr>
          <p:nvPr/>
        </p:nvCxnSpPr>
        <p:spPr>
          <a:xfrm flipV="1">
            <a:off x="11071694" y="3156171"/>
            <a:ext cx="1" cy="2510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CaixaDeTexto 70"/>
          <p:cNvSpPr txBox="1"/>
          <p:nvPr/>
        </p:nvSpPr>
        <p:spPr>
          <a:xfrm>
            <a:off x="11039715" y="3187025"/>
            <a:ext cx="412145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Sim</a:t>
            </a:r>
          </a:p>
        </p:txBody>
      </p:sp>
      <p:sp>
        <p:nvSpPr>
          <p:cNvPr id="72" name="Fluxograma: Processo Alternativo 71"/>
          <p:cNvSpPr/>
          <p:nvPr/>
        </p:nvSpPr>
        <p:spPr>
          <a:xfrm>
            <a:off x="10669957" y="2642883"/>
            <a:ext cx="803475" cy="51328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Solicitar ajuste</a:t>
            </a:r>
          </a:p>
        </p:txBody>
      </p:sp>
      <p:cxnSp>
        <p:nvCxnSpPr>
          <p:cNvPr id="73" name="Conector de Seta Reta 72"/>
          <p:cNvCxnSpPr>
            <a:stCxn id="72" idx="0"/>
            <a:endCxn id="77" idx="2"/>
          </p:cNvCxnSpPr>
          <p:nvPr/>
        </p:nvCxnSpPr>
        <p:spPr>
          <a:xfrm flipH="1" flipV="1">
            <a:off x="11071694" y="1519314"/>
            <a:ext cx="1" cy="1123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Conector de Seta Reta 73"/>
          <p:cNvCxnSpPr>
            <a:stCxn id="65" idx="0"/>
            <a:endCxn id="75" idx="2"/>
          </p:cNvCxnSpPr>
          <p:nvPr/>
        </p:nvCxnSpPr>
        <p:spPr>
          <a:xfrm flipV="1">
            <a:off x="8791169" y="1519314"/>
            <a:ext cx="7177" cy="18149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Fluxograma: Processo Alternativo 74">
            <a:hlinkClick r:id="" action="ppaction://noaction"/>
          </p:cNvPr>
          <p:cNvSpPr/>
          <p:nvPr/>
        </p:nvSpPr>
        <p:spPr>
          <a:xfrm>
            <a:off x="8239848" y="913456"/>
            <a:ext cx="1116996" cy="605858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Montar apresentação do Kickoff</a:t>
            </a:r>
          </a:p>
        </p:txBody>
      </p:sp>
      <p:sp>
        <p:nvSpPr>
          <p:cNvPr id="77" name="Fluxograma: Processo Alternativo 76">
            <a:hlinkClick r:id="" action="ppaction://noaction"/>
          </p:cNvPr>
          <p:cNvSpPr/>
          <p:nvPr/>
        </p:nvSpPr>
        <p:spPr>
          <a:xfrm>
            <a:off x="10693212" y="913456"/>
            <a:ext cx="756964" cy="605858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Realizar ajuste</a:t>
            </a:r>
          </a:p>
        </p:txBody>
      </p:sp>
      <p:cxnSp>
        <p:nvCxnSpPr>
          <p:cNvPr id="78" name="Conector Angulado 77"/>
          <p:cNvCxnSpPr>
            <a:stCxn id="75" idx="3"/>
            <a:endCxn id="66" idx="1"/>
          </p:cNvCxnSpPr>
          <p:nvPr/>
        </p:nvCxnSpPr>
        <p:spPr>
          <a:xfrm>
            <a:off x="9356844" y="1216385"/>
            <a:ext cx="379571" cy="24207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Fluxograma: Processo Alternativo 80">
            <a:hlinkClick r:id="" action="ppaction://noaction"/>
          </p:cNvPr>
          <p:cNvSpPr/>
          <p:nvPr/>
        </p:nvSpPr>
        <p:spPr>
          <a:xfrm>
            <a:off x="11607483" y="913456"/>
            <a:ext cx="964482" cy="605858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Realizar </a:t>
            </a:r>
            <a:r>
              <a:rPr lang="pt-BR" sz="9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Kickoff</a:t>
            </a:r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projeto</a:t>
            </a:r>
          </a:p>
        </p:txBody>
      </p:sp>
      <p:cxnSp>
        <p:nvCxnSpPr>
          <p:cNvPr id="82" name="Conector Angulado 81"/>
          <p:cNvCxnSpPr>
            <a:stCxn id="68" idx="3"/>
            <a:endCxn id="81" idx="2"/>
          </p:cNvCxnSpPr>
          <p:nvPr/>
        </p:nvCxnSpPr>
        <p:spPr>
          <a:xfrm flipV="1">
            <a:off x="11274423" y="1519314"/>
            <a:ext cx="815301" cy="21178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CaixaDeTexto 82"/>
          <p:cNvSpPr txBox="1"/>
          <p:nvPr/>
        </p:nvSpPr>
        <p:spPr>
          <a:xfrm>
            <a:off x="11460272" y="3439027"/>
            <a:ext cx="420903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Não</a:t>
            </a:r>
          </a:p>
        </p:txBody>
      </p:sp>
      <p:sp>
        <p:nvSpPr>
          <p:cNvPr id="84" name="Fluxograma: Processo Alternativo 83"/>
          <p:cNvSpPr/>
          <p:nvPr/>
        </p:nvSpPr>
        <p:spPr>
          <a:xfrm>
            <a:off x="12840435" y="913456"/>
            <a:ext cx="964482" cy="605858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Inserir evidência da reunião</a:t>
            </a:r>
          </a:p>
        </p:txBody>
      </p:sp>
      <p:cxnSp>
        <p:nvCxnSpPr>
          <p:cNvPr id="85" name="Conector Angulado 84"/>
          <p:cNvCxnSpPr>
            <a:stCxn id="81" idx="0"/>
            <a:endCxn id="84" idx="0"/>
          </p:cNvCxnSpPr>
          <p:nvPr/>
        </p:nvCxnSpPr>
        <p:spPr>
          <a:xfrm rot="5400000" flipH="1" flipV="1">
            <a:off x="12706200" y="296980"/>
            <a:ext cx="12700" cy="1232952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Fluxograma: Processo Alternativo 85">
            <a:hlinkClick r:id="" action="ppaction://noaction"/>
          </p:cNvPr>
          <p:cNvSpPr/>
          <p:nvPr/>
        </p:nvSpPr>
        <p:spPr>
          <a:xfrm>
            <a:off x="12712056" y="3323715"/>
            <a:ext cx="726431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3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Encerrar PR</a:t>
            </a:r>
          </a:p>
        </p:txBody>
      </p:sp>
      <p:sp>
        <p:nvSpPr>
          <p:cNvPr id="88" name="Fluxograma: Conector 87"/>
          <p:cNvSpPr/>
          <p:nvPr/>
        </p:nvSpPr>
        <p:spPr>
          <a:xfrm>
            <a:off x="13982639" y="3420493"/>
            <a:ext cx="336123" cy="412302"/>
          </a:xfrm>
          <a:prstGeom prst="flowChartConnector">
            <a:avLst/>
          </a:prstGeom>
          <a:solidFill>
            <a:srgbClr val="FF0000">
              <a:alpha val="74902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pic>
        <p:nvPicPr>
          <p:cNvPr id="94" name="Imagem 93">
            <a:hlinkClick r:id="rId4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004" y="3545202"/>
            <a:ext cx="182735" cy="182735"/>
          </a:xfrm>
          <a:prstGeom prst="rect">
            <a:avLst/>
          </a:prstGeom>
        </p:spPr>
      </p:pic>
      <p:sp>
        <p:nvSpPr>
          <p:cNvPr id="95" name="Fluxograma: Processo Alternativo 94">
            <a:hlinkClick r:id="" action="ppaction://noaction"/>
          </p:cNvPr>
          <p:cNvSpPr/>
          <p:nvPr/>
        </p:nvSpPr>
        <p:spPr>
          <a:xfrm>
            <a:off x="1352579" y="934989"/>
            <a:ext cx="1281938" cy="606784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3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Preenchimento documentação padrão</a:t>
            </a:r>
          </a:p>
        </p:txBody>
      </p:sp>
      <p:sp>
        <p:nvSpPr>
          <p:cNvPr id="96" name="Fluxograma: Processo Alternativo 95"/>
          <p:cNvSpPr/>
          <p:nvPr/>
        </p:nvSpPr>
        <p:spPr>
          <a:xfrm>
            <a:off x="1245828" y="2530290"/>
            <a:ext cx="1495441" cy="606784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3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Gestão de portfólio analisa o material de cada projeto no Confluence</a:t>
            </a:r>
          </a:p>
        </p:txBody>
      </p:sp>
      <p:cxnSp>
        <p:nvCxnSpPr>
          <p:cNvPr id="97" name="Conector de Seta Reta 96"/>
          <p:cNvCxnSpPr>
            <a:stCxn id="96" idx="2"/>
            <a:endCxn id="58" idx="0"/>
          </p:cNvCxnSpPr>
          <p:nvPr/>
        </p:nvCxnSpPr>
        <p:spPr>
          <a:xfrm flipH="1">
            <a:off x="1993548" y="3137074"/>
            <a:ext cx="1" cy="1971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8" name="Imagem 97">
            <a:hlinkClick r:id="rId6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013" y="1277616"/>
            <a:ext cx="227207" cy="227207"/>
          </a:xfrm>
          <a:prstGeom prst="rect">
            <a:avLst/>
          </a:prstGeom>
        </p:spPr>
      </p:pic>
      <p:pic>
        <p:nvPicPr>
          <p:cNvPr id="99" name="Imagem 98">
            <a:hlinkClick r:id="rId7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238" y="1303178"/>
            <a:ext cx="169592" cy="169592"/>
          </a:xfrm>
          <a:prstGeom prst="rect">
            <a:avLst/>
          </a:prstGeom>
        </p:spPr>
      </p:pic>
      <p:cxnSp>
        <p:nvCxnSpPr>
          <p:cNvPr id="102" name="Conector de Seta Reta 101"/>
          <p:cNvCxnSpPr>
            <a:stCxn id="95" idx="2"/>
            <a:endCxn id="96" idx="0"/>
          </p:cNvCxnSpPr>
          <p:nvPr/>
        </p:nvCxnSpPr>
        <p:spPr>
          <a:xfrm>
            <a:off x="1993548" y="1541773"/>
            <a:ext cx="1" cy="9885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Conector Angulado 110"/>
          <p:cNvCxnSpPr>
            <a:stCxn id="112" idx="1"/>
            <a:endCxn id="95" idx="3"/>
          </p:cNvCxnSpPr>
          <p:nvPr/>
        </p:nvCxnSpPr>
        <p:spPr>
          <a:xfrm rot="10800000">
            <a:off x="2634517" y="1238382"/>
            <a:ext cx="259432" cy="2713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4" name="Fluxograma: Processo Alternativo 113"/>
          <p:cNvSpPr/>
          <p:nvPr/>
        </p:nvSpPr>
        <p:spPr>
          <a:xfrm>
            <a:off x="89737" y="85060"/>
            <a:ext cx="647304" cy="2313081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Fluxograma: Processo Alternativo 114"/>
          <p:cNvSpPr/>
          <p:nvPr/>
        </p:nvSpPr>
        <p:spPr>
          <a:xfrm>
            <a:off x="89737" y="2553809"/>
            <a:ext cx="647304" cy="3088535"/>
          </a:xfrm>
          <a:prstGeom prst="flowChartAlternateProcess">
            <a:avLst/>
          </a:prstGeom>
          <a:solidFill>
            <a:srgbClr val="29A3FF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1800" b="1" dirty="0"/>
              <a:t>Gestão de Projetos</a:t>
            </a:r>
          </a:p>
          <a:p>
            <a:pPr algn="ctr"/>
            <a:r>
              <a:rPr lang="pt-BR" sz="1800" b="1" dirty="0"/>
              <a:t>(Escritório de Projetos)</a:t>
            </a:r>
            <a:endParaRPr lang="pt-BR" sz="1800" dirty="0"/>
          </a:p>
        </p:txBody>
      </p:sp>
      <p:sp>
        <p:nvSpPr>
          <p:cNvPr id="116" name="Fluxograma: Processo Alternativo 115"/>
          <p:cNvSpPr/>
          <p:nvPr/>
        </p:nvSpPr>
        <p:spPr>
          <a:xfrm>
            <a:off x="89737" y="5794214"/>
            <a:ext cx="647304" cy="3035056"/>
          </a:xfrm>
          <a:prstGeom prst="flowChartAlternateProcess">
            <a:avLst/>
          </a:prstGeom>
          <a:solidFill>
            <a:srgbClr val="05A7B3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1700" b="1" dirty="0"/>
              <a:t>Execução do projeto</a:t>
            </a:r>
          </a:p>
          <a:p>
            <a:pPr algn="ctr"/>
            <a:r>
              <a:rPr lang="pt-BR" sz="1700" b="1" dirty="0"/>
              <a:t>(Equipe)</a:t>
            </a:r>
            <a:endParaRPr lang="pt-BR" sz="1700" dirty="0"/>
          </a:p>
        </p:txBody>
      </p:sp>
      <p:sp>
        <p:nvSpPr>
          <p:cNvPr id="117" name="Fluxograma: Processo Alternativo 116"/>
          <p:cNvSpPr/>
          <p:nvPr/>
        </p:nvSpPr>
        <p:spPr>
          <a:xfrm>
            <a:off x="89737" y="88858"/>
            <a:ext cx="647304" cy="2313081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1600" b="1" dirty="0"/>
              <a:t>Responsável do projeto</a:t>
            </a:r>
          </a:p>
          <a:p>
            <a:pPr algn="ctr"/>
            <a:r>
              <a:rPr lang="pt-BR" sz="1600" b="1" dirty="0"/>
              <a:t>(GPs)</a:t>
            </a:r>
            <a:endParaRPr lang="pt-BR" sz="1600" dirty="0"/>
          </a:p>
        </p:txBody>
      </p:sp>
      <p:cxnSp>
        <p:nvCxnSpPr>
          <p:cNvPr id="125" name="Conector de Seta Reta 124"/>
          <p:cNvCxnSpPr>
            <a:stCxn id="120" idx="3"/>
            <a:endCxn id="121" idx="1"/>
          </p:cNvCxnSpPr>
          <p:nvPr/>
        </p:nvCxnSpPr>
        <p:spPr>
          <a:xfrm>
            <a:off x="4347849" y="7419291"/>
            <a:ext cx="7925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0" name="CaixaDeTexto 139"/>
          <p:cNvSpPr txBox="1"/>
          <p:nvPr/>
        </p:nvSpPr>
        <p:spPr>
          <a:xfrm>
            <a:off x="3222892" y="6248790"/>
            <a:ext cx="139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C00000"/>
                </a:solidFill>
              </a:rPr>
              <a:t>SE HOUVER </a:t>
            </a:r>
            <a:r>
              <a:rPr lang="pt-BR" sz="900" b="1" dirty="0"/>
              <a:t>necessidade de GM/SM no projeto</a:t>
            </a:r>
          </a:p>
        </p:txBody>
      </p:sp>
      <p:cxnSp>
        <p:nvCxnSpPr>
          <p:cNvPr id="184" name="Conector Angulado 183"/>
          <p:cNvCxnSpPr>
            <a:stCxn id="153" idx="0"/>
            <a:endCxn id="120" idx="2"/>
          </p:cNvCxnSpPr>
          <p:nvPr/>
        </p:nvCxnSpPr>
        <p:spPr>
          <a:xfrm rot="5400000" flipH="1" flipV="1">
            <a:off x="3654139" y="7835248"/>
            <a:ext cx="27640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2" name="Conector de Seta Reta 151"/>
          <p:cNvCxnSpPr>
            <a:stCxn id="156" idx="0"/>
            <a:endCxn id="121" idx="2"/>
          </p:cNvCxnSpPr>
          <p:nvPr/>
        </p:nvCxnSpPr>
        <p:spPr>
          <a:xfrm flipV="1">
            <a:off x="5695863" y="7697044"/>
            <a:ext cx="1" cy="2764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1" name="Conector Angulado 180"/>
          <p:cNvCxnSpPr>
            <a:stCxn id="208" idx="3"/>
            <a:endCxn id="143" idx="1"/>
          </p:cNvCxnSpPr>
          <p:nvPr/>
        </p:nvCxnSpPr>
        <p:spPr>
          <a:xfrm>
            <a:off x="10496458" y="7419291"/>
            <a:ext cx="1097706" cy="197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Conector Angulado 3"/>
          <p:cNvCxnSpPr>
            <a:stCxn id="154" idx="0"/>
            <a:endCxn id="121" idx="2"/>
          </p:cNvCxnSpPr>
          <p:nvPr/>
        </p:nvCxnSpPr>
        <p:spPr>
          <a:xfrm rot="5400000" flipH="1" flipV="1">
            <a:off x="5116300" y="7393887"/>
            <a:ext cx="276407" cy="8827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5" name="Conector Angulado 154"/>
          <p:cNvCxnSpPr>
            <a:stCxn id="157" idx="0"/>
            <a:endCxn id="121" idx="2"/>
          </p:cNvCxnSpPr>
          <p:nvPr/>
        </p:nvCxnSpPr>
        <p:spPr>
          <a:xfrm rot="16200000" flipV="1">
            <a:off x="5999021" y="7393888"/>
            <a:ext cx="276407" cy="8827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0" name="Conector de Seta Reta 179"/>
          <p:cNvCxnSpPr>
            <a:stCxn id="86" idx="3"/>
            <a:endCxn id="88" idx="2"/>
          </p:cNvCxnSpPr>
          <p:nvPr/>
        </p:nvCxnSpPr>
        <p:spPr>
          <a:xfrm>
            <a:off x="13438487" y="3626644"/>
            <a:ext cx="5441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0" name="Conector Angulado 159"/>
          <p:cNvCxnSpPr>
            <a:stCxn id="103" idx="1"/>
            <a:endCxn id="95" idx="3"/>
          </p:cNvCxnSpPr>
          <p:nvPr/>
        </p:nvCxnSpPr>
        <p:spPr>
          <a:xfrm rot="10800000" flipV="1">
            <a:off x="2634517" y="967061"/>
            <a:ext cx="259432" cy="2713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1" name="Conector Angulado 160"/>
          <p:cNvCxnSpPr>
            <a:stCxn id="104" idx="1"/>
            <a:endCxn id="95" idx="3"/>
          </p:cNvCxnSpPr>
          <p:nvPr/>
        </p:nvCxnSpPr>
        <p:spPr>
          <a:xfrm rot="10800000">
            <a:off x="2634517" y="1238381"/>
            <a:ext cx="259432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2" name="Conector Angulado 161"/>
          <p:cNvCxnSpPr>
            <a:stCxn id="105" idx="1"/>
            <a:endCxn id="95" idx="3"/>
          </p:cNvCxnSpPr>
          <p:nvPr/>
        </p:nvCxnSpPr>
        <p:spPr>
          <a:xfrm rot="10800000">
            <a:off x="2634517" y="1238381"/>
            <a:ext cx="259432" cy="5426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6" name="Conector Angulado 165"/>
          <p:cNvCxnSpPr>
            <a:stCxn id="106" idx="1"/>
            <a:endCxn id="95" idx="3"/>
          </p:cNvCxnSpPr>
          <p:nvPr/>
        </p:nvCxnSpPr>
        <p:spPr>
          <a:xfrm rot="10800000">
            <a:off x="2634517" y="1238382"/>
            <a:ext cx="259432" cy="8139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2" name="Conector de Seta Reta 311"/>
          <p:cNvCxnSpPr>
            <a:stCxn id="119" idx="3"/>
            <a:endCxn id="120" idx="1"/>
          </p:cNvCxnSpPr>
          <p:nvPr/>
        </p:nvCxnSpPr>
        <p:spPr>
          <a:xfrm>
            <a:off x="2669556" y="7419291"/>
            <a:ext cx="5672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5" name="Conector Angulado 314"/>
          <p:cNvCxnSpPr>
            <a:stCxn id="263" idx="0"/>
            <a:endCxn id="119" idx="1"/>
          </p:cNvCxnSpPr>
          <p:nvPr/>
        </p:nvCxnSpPr>
        <p:spPr>
          <a:xfrm rot="5400000" flipH="1" flipV="1">
            <a:off x="1302952" y="7285875"/>
            <a:ext cx="122175" cy="38900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0" name="Conector de Seta Reta 319"/>
          <p:cNvCxnSpPr>
            <a:stCxn id="121" idx="3"/>
            <a:endCxn id="122" idx="1"/>
          </p:cNvCxnSpPr>
          <p:nvPr/>
        </p:nvCxnSpPr>
        <p:spPr>
          <a:xfrm>
            <a:off x="6251370" y="7419291"/>
            <a:ext cx="6311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57" name="Agrupar 256"/>
          <p:cNvGrpSpPr/>
          <p:nvPr/>
        </p:nvGrpSpPr>
        <p:grpSpPr>
          <a:xfrm>
            <a:off x="12519765" y="5206821"/>
            <a:ext cx="1111013" cy="555506"/>
            <a:chOff x="11194374" y="4984633"/>
            <a:chExt cx="1111013" cy="555506"/>
          </a:xfrm>
        </p:grpSpPr>
        <p:sp>
          <p:nvSpPr>
            <p:cNvPr id="258" name="Fluxograma: Processo Alternativo 257">
              <a:hlinkClick r:id="" action="ppaction://noaction"/>
            </p:cNvPr>
            <p:cNvSpPr/>
            <p:nvPr/>
          </p:nvSpPr>
          <p:spPr>
            <a:xfrm>
              <a:off x="11194374" y="4984633"/>
              <a:ext cx="1111013" cy="555506"/>
            </a:xfrm>
            <a:prstGeom prst="flowChartAlternateProcess">
              <a:avLst/>
            </a:prstGeom>
            <a:solidFill>
              <a:srgbClr val="05A7B3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3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Encerramento</a:t>
              </a:r>
            </a:p>
          </p:txBody>
        </p:sp>
        <p:pic>
          <p:nvPicPr>
            <p:cNvPr id="260" name="Imagem 25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9577" y="5276746"/>
              <a:ext cx="227207" cy="227207"/>
            </a:xfrm>
            <a:prstGeom prst="rect">
              <a:avLst/>
            </a:prstGeom>
          </p:spPr>
        </p:pic>
      </p:grpSp>
      <p:cxnSp>
        <p:nvCxnSpPr>
          <p:cNvPr id="301" name="Conector de Seta Reta 300"/>
          <p:cNvCxnSpPr>
            <a:stCxn id="179" idx="3"/>
            <a:endCxn id="182" idx="1"/>
          </p:cNvCxnSpPr>
          <p:nvPr/>
        </p:nvCxnSpPr>
        <p:spPr>
          <a:xfrm>
            <a:off x="12748554" y="8127063"/>
            <a:ext cx="12488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8" name="Conector Angulado 307"/>
          <p:cNvCxnSpPr>
            <a:stCxn id="143" idx="0"/>
            <a:endCxn id="258" idx="2"/>
          </p:cNvCxnSpPr>
          <p:nvPr/>
        </p:nvCxnSpPr>
        <p:spPr>
          <a:xfrm rot="5400000" flipH="1" flipV="1">
            <a:off x="11921877" y="5990122"/>
            <a:ext cx="1381189" cy="92560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6" name="Conector de Seta Reta 315"/>
          <p:cNvCxnSpPr>
            <a:stCxn id="178" idx="3"/>
            <a:endCxn id="179" idx="1"/>
          </p:cNvCxnSpPr>
          <p:nvPr/>
        </p:nvCxnSpPr>
        <p:spPr>
          <a:xfrm>
            <a:off x="11435671" y="8127063"/>
            <a:ext cx="12488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8" name="Conector de Seta Reta 217"/>
          <p:cNvCxnSpPr>
            <a:stCxn id="205" idx="0"/>
            <a:endCxn id="122" idx="2"/>
          </p:cNvCxnSpPr>
          <p:nvPr/>
        </p:nvCxnSpPr>
        <p:spPr>
          <a:xfrm flipV="1">
            <a:off x="7437979" y="7697044"/>
            <a:ext cx="0" cy="1751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9" name="Conector Angulado 228"/>
          <p:cNvCxnSpPr>
            <a:stCxn id="192" idx="0"/>
            <a:endCxn id="119" idx="2"/>
          </p:cNvCxnSpPr>
          <p:nvPr/>
        </p:nvCxnSpPr>
        <p:spPr>
          <a:xfrm rot="5400000" flipH="1" flipV="1">
            <a:off x="1859385" y="7700385"/>
            <a:ext cx="258005" cy="2513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1" name="Conector Angulado 230"/>
          <p:cNvCxnSpPr>
            <a:stCxn id="226" idx="0"/>
            <a:endCxn id="119" idx="2"/>
          </p:cNvCxnSpPr>
          <p:nvPr/>
        </p:nvCxnSpPr>
        <p:spPr>
          <a:xfrm rot="16200000" flipV="1">
            <a:off x="2110710" y="7700385"/>
            <a:ext cx="258005" cy="2513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Conector Angulado 4"/>
          <p:cNvCxnSpPr>
            <a:stCxn id="42" idx="2"/>
            <a:endCxn id="14" idx="3"/>
          </p:cNvCxnSpPr>
          <p:nvPr/>
        </p:nvCxnSpPr>
        <p:spPr>
          <a:xfrm rot="5400000">
            <a:off x="4428852" y="2614328"/>
            <a:ext cx="421096" cy="292660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9" name="Conector Angulado 218"/>
          <p:cNvCxnSpPr>
            <a:stCxn id="60" idx="1"/>
            <a:endCxn id="59" idx="0"/>
          </p:cNvCxnSpPr>
          <p:nvPr/>
        </p:nvCxnSpPr>
        <p:spPr>
          <a:xfrm rot="10800000" flipV="1">
            <a:off x="4324918" y="1429671"/>
            <a:ext cx="541756" cy="190457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6" name="Conector Angulado 235"/>
          <p:cNvCxnSpPr>
            <a:stCxn id="234" idx="1"/>
            <a:endCxn id="95" idx="3"/>
          </p:cNvCxnSpPr>
          <p:nvPr/>
        </p:nvCxnSpPr>
        <p:spPr>
          <a:xfrm rot="10800000" flipV="1">
            <a:off x="2634517" y="695743"/>
            <a:ext cx="259432" cy="5426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49" name="Agrupar 148"/>
          <p:cNvGrpSpPr/>
          <p:nvPr/>
        </p:nvGrpSpPr>
        <p:grpSpPr>
          <a:xfrm>
            <a:off x="971535" y="7541466"/>
            <a:ext cx="396000" cy="587561"/>
            <a:chOff x="1013481" y="5783193"/>
            <a:chExt cx="396000" cy="587561"/>
          </a:xfrm>
        </p:grpSpPr>
        <p:grpSp>
          <p:nvGrpSpPr>
            <p:cNvPr id="255" name="Agrupar 254"/>
            <p:cNvGrpSpPr/>
            <p:nvPr/>
          </p:nvGrpSpPr>
          <p:grpSpPr>
            <a:xfrm>
              <a:off x="1013481" y="5783193"/>
              <a:ext cx="396000" cy="396000"/>
              <a:chOff x="6892413" y="2189141"/>
              <a:chExt cx="1440000" cy="1440000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263" name="Fluxograma: Conector 262"/>
              <p:cNvSpPr/>
              <p:nvPr/>
            </p:nvSpPr>
            <p:spPr>
              <a:xfrm>
                <a:off x="6892413" y="2189141"/>
                <a:ext cx="1440000" cy="1440000"/>
              </a:xfrm>
              <a:prstGeom prst="flowChartConnector">
                <a:avLst/>
              </a:prstGeom>
              <a:grpFill/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sp>
            <p:nvSpPr>
              <p:cNvPr id="264" name="Seta para a Direita 263"/>
              <p:cNvSpPr/>
              <p:nvPr/>
            </p:nvSpPr>
            <p:spPr>
              <a:xfrm>
                <a:off x="7086387" y="2491270"/>
                <a:ext cx="1052052" cy="835741"/>
              </a:xfrm>
              <a:prstGeom prst="rightArrow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65" name="CaixaDeTexto 264"/>
            <p:cNvSpPr txBox="1"/>
            <p:nvPr/>
          </p:nvSpPr>
          <p:spPr>
            <a:xfrm>
              <a:off x="1134995" y="6125529"/>
              <a:ext cx="177122" cy="245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50" b="1" dirty="0"/>
                <a:t>D</a:t>
              </a:r>
              <a:endParaRPr lang="pt-BR" sz="1068" b="1" dirty="0"/>
            </a:p>
          </p:txBody>
        </p:sp>
      </p:grpSp>
      <p:cxnSp>
        <p:nvCxnSpPr>
          <p:cNvPr id="266" name="Conector de Seta Reta 265"/>
          <p:cNvCxnSpPr>
            <a:stCxn id="84" idx="2"/>
            <a:endCxn id="55" idx="0"/>
          </p:cNvCxnSpPr>
          <p:nvPr/>
        </p:nvCxnSpPr>
        <p:spPr>
          <a:xfrm>
            <a:off x="13322676" y="1519314"/>
            <a:ext cx="0" cy="2358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7" name="Conector Angulado 266"/>
          <p:cNvCxnSpPr>
            <a:stCxn id="14" idx="2"/>
            <a:endCxn id="62" idx="0"/>
          </p:cNvCxnSpPr>
          <p:nvPr/>
        </p:nvCxnSpPr>
        <p:spPr>
          <a:xfrm rot="16200000" flipH="1">
            <a:off x="3061033" y="4430420"/>
            <a:ext cx="354026" cy="5293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8" name="Conector Angulado 267"/>
          <p:cNvCxnSpPr>
            <a:stCxn id="14" idx="1"/>
            <a:endCxn id="61" idx="0"/>
          </p:cNvCxnSpPr>
          <p:nvPr/>
        </p:nvCxnSpPr>
        <p:spPr>
          <a:xfrm rot="10800000" flipV="1">
            <a:off x="1993550" y="4288175"/>
            <a:ext cx="777093" cy="58393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32" name="Agrupar 231"/>
          <p:cNvGrpSpPr/>
          <p:nvPr/>
        </p:nvGrpSpPr>
        <p:grpSpPr>
          <a:xfrm>
            <a:off x="3236836" y="7141538"/>
            <a:ext cx="1111013" cy="1263913"/>
            <a:chOff x="3236836" y="7262034"/>
            <a:chExt cx="1111013" cy="1263913"/>
          </a:xfrm>
        </p:grpSpPr>
        <p:sp>
          <p:nvSpPr>
            <p:cNvPr id="120" name="Fluxograma: Processo Alternativo 119">
              <a:hlinkClick r:id="" action="ppaction://noaction"/>
            </p:cNvPr>
            <p:cNvSpPr/>
            <p:nvPr/>
          </p:nvSpPr>
          <p:spPr>
            <a:xfrm>
              <a:off x="3236836" y="7262034"/>
              <a:ext cx="1111013" cy="555506"/>
            </a:xfrm>
            <a:prstGeom prst="flowChartAlternateProcess">
              <a:avLst/>
            </a:prstGeom>
            <a:solidFill>
              <a:srgbClr val="05A7B3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3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Projeto</a:t>
              </a:r>
            </a:p>
          </p:txBody>
        </p:sp>
        <p:sp>
          <p:nvSpPr>
            <p:cNvPr id="153" name="Fluxograma: Processo Alternativo 152"/>
            <p:cNvSpPr/>
            <p:nvPr/>
          </p:nvSpPr>
          <p:spPr>
            <a:xfrm>
              <a:off x="3324342" y="8093947"/>
              <a:ext cx="936000" cy="432000"/>
            </a:xfrm>
            <a:prstGeom prst="flowChartAlternateProcess">
              <a:avLst/>
            </a:prstGeom>
            <a:solidFill>
              <a:srgbClr val="03575D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3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Suprimentos / Contratos</a:t>
              </a:r>
            </a:p>
          </p:txBody>
        </p:sp>
      </p:grpSp>
      <p:grpSp>
        <p:nvGrpSpPr>
          <p:cNvPr id="237" name="Agrupar 236"/>
          <p:cNvGrpSpPr/>
          <p:nvPr/>
        </p:nvGrpSpPr>
        <p:grpSpPr>
          <a:xfrm>
            <a:off x="4453142" y="7141538"/>
            <a:ext cx="2485442" cy="1191913"/>
            <a:chOff x="4453142" y="7262034"/>
            <a:chExt cx="2485442" cy="1191913"/>
          </a:xfrm>
        </p:grpSpPr>
        <p:sp>
          <p:nvSpPr>
            <p:cNvPr id="121" name="Fluxograma: Processo Alternativo 120">
              <a:hlinkClick r:id="" action="ppaction://noaction"/>
            </p:cNvPr>
            <p:cNvSpPr/>
            <p:nvPr/>
          </p:nvSpPr>
          <p:spPr>
            <a:xfrm>
              <a:off x="5140357" y="7262034"/>
              <a:ext cx="1111013" cy="555506"/>
            </a:xfrm>
            <a:prstGeom prst="flowChartAlternateProcess">
              <a:avLst/>
            </a:prstGeom>
            <a:solidFill>
              <a:srgbClr val="05A7B3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3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Execução</a:t>
              </a:r>
            </a:p>
          </p:txBody>
        </p:sp>
        <p:grpSp>
          <p:nvGrpSpPr>
            <p:cNvPr id="150" name="Agrupar 149"/>
            <p:cNvGrpSpPr/>
            <p:nvPr/>
          </p:nvGrpSpPr>
          <p:grpSpPr>
            <a:xfrm>
              <a:off x="4453142" y="8093947"/>
              <a:ext cx="2485442" cy="360000"/>
              <a:chOff x="3685697" y="7564358"/>
              <a:chExt cx="2485442" cy="360000"/>
            </a:xfrm>
          </p:grpSpPr>
          <p:sp>
            <p:nvSpPr>
              <p:cNvPr id="154" name="Fluxograma: Processo Alternativo 153">
                <a:hlinkClick r:id="" action="ppaction://noaction"/>
              </p:cNvPr>
              <p:cNvSpPr/>
              <p:nvPr/>
            </p:nvSpPr>
            <p:spPr>
              <a:xfrm>
                <a:off x="3685697" y="7564358"/>
                <a:ext cx="720000" cy="360000"/>
              </a:xfrm>
              <a:prstGeom prst="flowChartAlternateProcess">
                <a:avLst/>
              </a:prstGeom>
              <a:solidFill>
                <a:srgbClr val="03575D"/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831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Forecast</a:t>
                </a:r>
              </a:p>
            </p:txBody>
          </p:sp>
          <p:sp>
            <p:nvSpPr>
              <p:cNvPr id="156" name="Fluxograma: Processo Alternativo 155"/>
              <p:cNvSpPr/>
              <p:nvPr/>
            </p:nvSpPr>
            <p:spPr>
              <a:xfrm>
                <a:off x="4568418" y="7564358"/>
                <a:ext cx="720000" cy="360000"/>
              </a:xfrm>
              <a:prstGeom prst="flowChartAlternateProcess">
                <a:avLst/>
              </a:prstGeom>
              <a:solidFill>
                <a:srgbClr val="03575D"/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831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Status Report</a:t>
                </a:r>
              </a:p>
            </p:txBody>
          </p:sp>
          <p:sp>
            <p:nvSpPr>
              <p:cNvPr id="157" name="Fluxograma: Processo Alternativo 156"/>
              <p:cNvSpPr/>
              <p:nvPr/>
            </p:nvSpPr>
            <p:spPr>
              <a:xfrm>
                <a:off x="5451139" y="7564358"/>
                <a:ext cx="720000" cy="360000"/>
              </a:xfrm>
              <a:prstGeom prst="flowChartAlternateProcess">
                <a:avLst/>
              </a:prstGeom>
              <a:solidFill>
                <a:srgbClr val="03575D"/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831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Gestão de risco</a:t>
                </a:r>
              </a:p>
            </p:txBody>
          </p:sp>
        </p:grpSp>
      </p:grpSp>
      <p:sp>
        <p:nvSpPr>
          <p:cNvPr id="122" name="Fluxograma: Processo Alternativo 121">
            <a:hlinkClick r:id="" action="ppaction://noaction"/>
          </p:cNvPr>
          <p:cNvSpPr/>
          <p:nvPr/>
        </p:nvSpPr>
        <p:spPr>
          <a:xfrm>
            <a:off x="6882472" y="7141538"/>
            <a:ext cx="1111013" cy="555506"/>
          </a:xfrm>
          <a:prstGeom prst="flowChartAlternateProcess">
            <a:avLst/>
          </a:prstGeom>
          <a:solidFill>
            <a:srgbClr val="05A7B3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3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Validação</a:t>
            </a:r>
          </a:p>
          <a:p>
            <a:pPr algn="ctr"/>
            <a:r>
              <a:rPr lang="pt-BR" sz="83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(testes)</a:t>
            </a:r>
          </a:p>
        </p:txBody>
      </p:sp>
      <p:grpSp>
        <p:nvGrpSpPr>
          <p:cNvPr id="201" name="Agrupar 200"/>
          <p:cNvGrpSpPr/>
          <p:nvPr/>
        </p:nvGrpSpPr>
        <p:grpSpPr>
          <a:xfrm>
            <a:off x="7227902" y="7872209"/>
            <a:ext cx="420153" cy="717323"/>
            <a:chOff x="9160611" y="7750806"/>
            <a:chExt cx="420153" cy="717323"/>
          </a:xfrm>
        </p:grpSpPr>
        <p:grpSp>
          <p:nvGrpSpPr>
            <p:cNvPr id="203" name="Agrupar 202"/>
            <p:cNvGrpSpPr/>
            <p:nvPr/>
          </p:nvGrpSpPr>
          <p:grpSpPr>
            <a:xfrm>
              <a:off x="9160611" y="7750806"/>
              <a:ext cx="420153" cy="515379"/>
              <a:chOff x="6892413" y="2189141"/>
              <a:chExt cx="1440000" cy="1440000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205" name="Fluxograma: Conector 204"/>
              <p:cNvSpPr/>
              <p:nvPr/>
            </p:nvSpPr>
            <p:spPr>
              <a:xfrm>
                <a:off x="6892413" y="2189141"/>
                <a:ext cx="1440000" cy="1440000"/>
              </a:xfrm>
              <a:prstGeom prst="flowChartConnector">
                <a:avLst/>
              </a:prstGeom>
              <a:grpFill/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sp>
            <p:nvSpPr>
              <p:cNvPr id="206" name="Seta para a Direita 205"/>
              <p:cNvSpPr/>
              <p:nvPr/>
            </p:nvSpPr>
            <p:spPr>
              <a:xfrm>
                <a:off x="7086387" y="2491270"/>
                <a:ext cx="1052052" cy="835741"/>
              </a:xfrm>
              <a:prstGeom prst="rightArrow">
                <a:avLst/>
              </a:prstGeom>
              <a:solidFill>
                <a:srgbClr val="FFE699"/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04" name="CaixaDeTexto 203"/>
            <p:cNvSpPr txBox="1"/>
            <p:nvPr/>
          </p:nvSpPr>
          <p:spPr>
            <a:xfrm>
              <a:off x="9282124" y="8229602"/>
              <a:ext cx="177122" cy="238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50" b="1" dirty="0"/>
                <a:t>C</a:t>
              </a:r>
            </a:p>
          </p:txBody>
        </p:sp>
      </p:grpSp>
      <p:grpSp>
        <p:nvGrpSpPr>
          <p:cNvPr id="233" name="Agrupar 232"/>
          <p:cNvGrpSpPr/>
          <p:nvPr/>
        </p:nvGrpSpPr>
        <p:grpSpPr>
          <a:xfrm>
            <a:off x="1558543" y="7141538"/>
            <a:ext cx="1111013" cy="1537532"/>
            <a:chOff x="1558543" y="7262034"/>
            <a:chExt cx="1111013" cy="1537532"/>
          </a:xfrm>
        </p:grpSpPr>
        <p:sp>
          <p:nvSpPr>
            <p:cNvPr id="119" name="Fluxograma: Processo Alternativo 118">
              <a:hlinkClick r:id="" action="ppaction://noaction"/>
            </p:cNvPr>
            <p:cNvSpPr/>
            <p:nvPr/>
          </p:nvSpPr>
          <p:spPr>
            <a:xfrm>
              <a:off x="1558543" y="7262034"/>
              <a:ext cx="1111013" cy="555506"/>
            </a:xfrm>
            <a:prstGeom prst="flowChartAlternateProcess">
              <a:avLst/>
            </a:prstGeom>
            <a:solidFill>
              <a:srgbClr val="05A7B3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3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Requisitos</a:t>
              </a:r>
            </a:p>
          </p:txBody>
        </p:sp>
        <p:grpSp>
          <p:nvGrpSpPr>
            <p:cNvPr id="216" name="Agrupar 215"/>
            <p:cNvGrpSpPr/>
            <p:nvPr/>
          </p:nvGrpSpPr>
          <p:grpSpPr>
            <a:xfrm>
              <a:off x="1652648" y="8075545"/>
              <a:ext cx="922802" cy="724021"/>
              <a:chOff x="1732158" y="8075545"/>
              <a:chExt cx="922802" cy="724021"/>
            </a:xfrm>
          </p:grpSpPr>
          <p:grpSp>
            <p:nvGrpSpPr>
              <p:cNvPr id="189" name="Agrupar 188"/>
              <p:cNvGrpSpPr/>
              <p:nvPr/>
            </p:nvGrpSpPr>
            <p:grpSpPr>
              <a:xfrm>
                <a:off x="1732158" y="8075545"/>
                <a:ext cx="420153" cy="724021"/>
                <a:chOff x="8618945" y="7695667"/>
                <a:chExt cx="420153" cy="724021"/>
              </a:xfrm>
            </p:grpSpPr>
            <p:grpSp>
              <p:nvGrpSpPr>
                <p:cNvPr id="190" name="Agrupar 189"/>
                <p:cNvGrpSpPr/>
                <p:nvPr/>
              </p:nvGrpSpPr>
              <p:grpSpPr>
                <a:xfrm>
                  <a:off x="8618945" y="7695667"/>
                  <a:ext cx="420153" cy="515379"/>
                  <a:chOff x="6892413" y="2189141"/>
                  <a:chExt cx="1440000" cy="1440000"/>
                </a:xfrm>
                <a:solidFill>
                  <a:schemeClr val="accent4">
                    <a:lumMod val="75000"/>
                  </a:schemeClr>
                </a:solidFill>
              </p:grpSpPr>
              <p:sp>
                <p:nvSpPr>
                  <p:cNvPr id="192" name="Fluxograma: Conector 191"/>
                  <p:cNvSpPr/>
                  <p:nvPr/>
                </p:nvSpPr>
                <p:spPr>
                  <a:xfrm>
                    <a:off x="6892413" y="2189141"/>
                    <a:ext cx="1440000" cy="1440000"/>
                  </a:xfrm>
                  <a:prstGeom prst="flowChartConnector">
                    <a:avLst/>
                  </a:prstGeom>
                  <a:grpFill/>
                  <a:ln>
                    <a:solidFill>
                      <a:schemeClr val="accent3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1085433"/>
                    <a:endParaRPr lang="pt-BR" sz="1306" dirty="0">
                      <a:solidFill>
                        <a:schemeClr val="bg1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93" name="Seta para a Direita 192"/>
                  <p:cNvSpPr/>
                  <p:nvPr/>
                </p:nvSpPr>
                <p:spPr>
                  <a:xfrm>
                    <a:off x="7086387" y="2491270"/>
                    <a:ext cx="1052052" cy="835741"/>
                  </a:xfrm>
                  <a:prstGeom prst="rightArrow">
                    <a:avLst/>
                  </a:prstGeom>
                  <a:solidFill>
                    <a:srgbClr val="FFE699"/>
                  </a:solidFill>
                  <a:ln>
                    <a:solidFill>
                      <a:schemeClr val="accent3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1085433"/>
                    <a:endParaRPr lang="pt-BR" sz="1306" dirty="0">
                      <a:solidFill>
                        <a:schemeClr val="bg1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191" name="CaixaDeTexto 190"/>
                <p:cNvSpPr txBox="1"/>
                <p:nvPr/>
              </p:nvSpPr>
              <p:spPr>
                <a:xfrm>
                  <a:off x="8740458" y="8174463"/>
                  <a:ext cx="177122" cy="2452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950" b="1" dirty="0"/>
                    <a:t>A</a:t>
                  </a:r>
                </a:p>
              </p:txBody>
            </p:sp>
          </p:grpSp>
          <p:grpSp>
            <p:nvGrpSpPr>
              <p:cNvPr id="221" name="Agrupar 220"/>
              <p:cNvGrpSpPr/>
              <p:nvPr/>
            </p:nvGrpSpPr>
            <p:grpSpPr>
              <a:xfrm>
                <a:off x="2234807" y="8075545"/>
                <a:ext cx="420153" cy="724021"/>
                <a:chOff x="10173106" y="7784879"/>
                <a:chExt cx="420153" cy="724021"/>
              </a:xfrm>
            </p:grpSpPr>
            <p:grpSp>
              <p:nvGrpSpPr>
                <p:cNvPr id="223" name="Agrupar 222"/>
                <p:cNvGrpSpPr/>
                <p:nvPr/>
              </p:nvGrpSpPr>
              <p:grpSpPr>
                <a:xfrm>
                  <a:off x="10173106" y="7784879"/>
                  <a:ext cx="420153" cy="515379"/>
                  <a:chOff x="6892413" y="2189141"/>
                  <a:chExt cx="1440000" cy="1440000"/>
                </a:xfrm>
                <a:solidFill>
                  <a:schemeClr val="accent4">
                    <a:lumMod val="75000"/>
                  </a:schemeClr>
                </a:solidFill>
              </p:grpSpPr>
              <p:sp>
                <p:nvSpPr>
                  <p:cNvPr id="226" name="Fluxograma: Conector 225"/>
                  <p:cNvSpPr/>
                  <p:nvPr/>
                </p:nvSpPr>
                <p:spPr>
                  <a:xfrm>
                    <a:off x="6892413" y="2189141"/>
                    <a:ext cx="1440000" cy="1440000"/>
                  </a:xfrm>
                  <a:prstGeom prst="flowChartConnector">
                    <a:avLst/>
                  </a:prstGeom>
                  <a:grpFill/>
                  <a:ln>
                    <a:solidFill>
                      <a:schemeClr val="accent3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1085433"/>
                    <a:endParaRPr lang="pt-BR" sz="1306" dirty="0">
                      <a:solidFill>
                        <a:schemeClr val="bg1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8" name="Seta para a Direita 227"/>
                  <p:cNvSpPr/>
                  <p:nvPr/>
                </p:nvSpPr>
                <p:spPr>
                  <a:xfrm>
                    <a:off x="7086387" y="2491270"/>
                    <a:ext cx="1052052" cy="835741"/>
                  </a:xfrm>
                  <a:prstGeom prst="rightArrow">
                    <a:avLst/>
                  </a:prstGeom>
                  <a:solidFill>
                    <a:srgbClr val="FFE699"/>
                  </a:solidFill>
                  <a:ln>
                    <a:solidFill>
                      <a:schemeClr val="accent3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1085433"/>
                    <a:endParaRPr lang="pt-BR" sz="1306" dirty="0">
                      <a:solidFill>
                        <a:schemeClr val="bg1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225" name="CaixaDeTexto 224"/>
                <p:cNvSpPr txBox="1"/>
                <p:nvPr/>
              </p:nvSpPr>
              <p:spPr>
                <a:xfrm>
                  <a:off x="10294619" y="8263675"/>
                  <a:ext cx="177122" cy="2452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950" b="1" dirty="0"/>
                    <a:t>B</a:t>
                  </a:r>
                </a:p>
              </p:txBody>
            </p:sp>
          </p:grpSp>
        </p:grpSp>
      </p:grpSp>
      <p:sp>
        <p:nvSpPr>
          <p:cNvPr id="274" name="Losango 273"/>
          <p:cNvSpPr/>
          <p:nvPr/>
        </p:nvSpPr>
        <p:spPr>
          <a:xfrm>
            <a:off x="6450624" y="7329291"/>
            <a:ext cx="180000" cy="180000"/>
          </a:xfrm>
          <a:prstGeom prst="diamond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75" name="Losango 274"/>
          <p:cNvSpPr/>
          <p:nvPr/>
        </p:nvSpPr>
        <p:spPr>
          <a:xfrm>
            <a:off x="4631676" y="7329291"/>
            <a:ext cx="180000" cy="180000"/>
          </a:xfrm>
          <a:prstGeom prst="diamond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79" name="Losango 278"/>
          <p:cNvSpPr/>
          <p:nvPr/>
        </p:nvSpPr>
        <p:spPr>
          <a:xfrm>
            <a:off x="2848696" y="7329291"/>
            <a:ext cx="180000" cy="180000"/>
          </a:xfrm>
          <a:prstGeom prst="diamond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93" name="CaixaDeTexto 292"/>
          <p:cNvSpPr txBox="1"/>
          <p:nvPr/>
        </p:nvSpPr>
        <p:spPr>
          <a:xfrm>
            <a:off x="6334551" y="7206303"/>
            <a:ext cx="4121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" b="1" u="sng" dirty="0">
                <a:solidFill>
                  <a:srgbClr val="97450D"/>
                </a:solidFill>
                <a:latin typeface="Arial Black" panose="020B0A04020102020204" pitchFamily="34" charset="0"/>
              </a:rPr>
              <a:t>GM/SM</a:t>
            </a:r>
          </a:p>
        </p:txBody>
      </p:sp>
      <p:sp>
        <p:nvSpPr>
          <p:cNvPr id="297" name="CaixaDeTexto 296"/>
          <p:cNvSpPr txBox="1"/>
          <p:nvPr/>
        </p:nvSpPr>
        <p:spPr>
          <a:xfrm>
            <a:off x="4515604" y="7206303"/>
            <a:ext cx="4121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" b="1" u="sng" dirty="0">
                <a:solidFill>
                  <a:srgbClr val="97450D"/>
                </a:solidFill>
                <a:latin typeface="Arial Black" panose="020B0A04020102020204" pitchFamily="34" charset="0"/>
              </a:rPr>
              <a:t>GM/SM</a:t>
            </a:r>
          </a:p>
        </p:txBody>
      </p:sp>
      <p:sp>
        <p:nvSpPr>
          <p:cNvPr id="298" name="CaixaDeTexto 297"/>
          <p:cNvSpPr txBox="1"/>
          <p:nvPr/>
        </p:nvSpPr>
        <p:spPr>
          <a:xfrm>
            <a:off x="2729329" y="7206303"/>
            <a:ext cx="4121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" b="1" u="sng" dirty="0">
                <a:solidFill>
                  <a:srgbClr val="97450D"/>
                </a:solidFill>
                <a:latin typeface="Arial Black" panose="020B0A04020102020204" pitchFamily="34" charset="0"/>
              </a:rPr>
              <a:t>GM/SM</a:t>
            </a:r>
          </a:p>
        </p:txBody>
      </p:sp>
      <p:cxnSp>
        <p:nvCxnSpPr>
          <p:cNvPr id="354" name="Conector Angulado 353"/>
          <p:cNvCxnSpPr>
            <a:stCxn id="128" idx="0"/>
            <a:endCxn id="399" idx="2"/>
          </p:cNvCxnSpPr>
          <p:nvPr/>
        </p:nvCxnSpPr>
        <p:spPr>
          <a:xfrm rot="5400000" flipH="1" flipV="1">
            <a:off x="4572651" y="5911973"/>
            <a:ext cx="448053" cy="144775"/>
          </a:xfrm>
          <a:prstGeom prst="bentConnector2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0" name="Conector Angulado 359"/>
          <p:cNvCxnSpPr>
            <a:stCxn id="298" idx="0"/>
            <a:endCxn id="128" idx="2"/>
          </p:cNvCxnSpPr>
          <p:nvPr/>
        </p:nvCxnSpPr>
        <p:spPr>
          <a:xfrm rot="5400000" flipH="1" flipV="1">
            <a:off x="3560795" y="6042808"/>
            <a:ext cx="538102" cy="1788888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2" name="Conector de Seta Reta 371"/>
          <p:cNvCxnSpPr/>
          <p:nvPr/>
        </p:nvCxnSpPr>
        <p:spPr>
          <a:xfrm flipV="1">
            <a:off x="4721677" y="6973524"/>
            <a:ext cx="2613" cy="25200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2" name="CaixaDeTexto 381"/>
          <p:cNvSpPr txBox="1"/>
          <p:nvPr/>
        </p:nvSpPr>
        <p:spPr>
          <a:xfrm>
            <a:off x="8144691" y="7206303"/>
            <a:ext cx="4121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" b="1" u="sng" dirty="0">
                <a:solidFill>
                  <a:srgbClr val="97450D"/>
                </a:solidFill>
                <a:latin typeface="Arial Black" panose="020B0A04020102020204" pitchFamily="34" charset="0"/>
              </a:rPr>
              <a:t>GM/SM</a:t>
            </a:r>
          </a:p>
        </p:txBody>
      </p:sp>
      <p:cxnSp>
        <p:nvCxnSpPr>
          <p:cNvPr id="383" name="Conector Angulado 382"/>
          <p:cNvCxnSpPr>
            <a:stCxn id="382" idx="0"/>
          </p:cNvCxnSpPr>
          <p:nvPr/>
        </p:nvCxnSpPr>
        <p:spPr>
          <a:xfrm rot="16200000" flipV="1">
            <a:off x="6385649" y="5241187"/>
            <a:ext cx="268928" cy="3661303"/>
          </a:xfrm>
          <a:prstGeom prst="bentConnector2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7" name="Conector de Seta Reta 386"/>
          <p:cNvCxnSpPr/>
          <p:nvPr/>
        </p:nvCxnSpPr>
        <p:spPr>
          <a:xfrm flipH="1" flipV="1">
            <a:off x="6538000" y="6939130"/>
            <a:ext cx="2624" cy="28800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14" name="Agrupar 413"/>
          <p:cNvGrpSpPr/>
          <p:nvPr/>
        </p:nvGrpSpPr>
        <p:grpSpPr>
          <a:xfrm>
            <a:off x="4515604" y="6208386"/>
            <a:ext cx="412145" cy="530009"/>
            <a:chOff x="4515604" y="6318114"/>
            <a:chExt cx="412145" cy="530009"/>
          </a:xfrm>
        </p:grpSpPr>
        <p:grpSp>
          <p:nvGrpSpPr>
            <p:cNvPr id="281" name="Agrupar 280"/>
            <p:cNvGrpSpPr/>
            <p:nvPr/>
          </p:nvGrpSpPr>
          <p:grpSpPr>
            <a:xfrm>
              <a:off x="4515604" y="6318114"/>
              <a:ext cx="412145" cy="459815"/>
              <a:chOff x="8207502" y="4972999"/>
              <a:chExt cx="412145" cy="459815"/>
            </a:xfrm>
          </p:grpSpPr>
          <p:sp>
            <p:nvSpPr>
              <p:cNvPr id="128" name="Losango 127">
                <a:hlinkClick r:id="" action="ppaction://noaction"/>
              </p:cNvPr>
              <p:cNvSpPr/>
              <p:nvPr/>
            </p:nvSpPr>
            <p:spPr>
              <a:xfrm>
                <a:off x="8213459" y="4972999"/>
                <a:ext cx="405458" cy="459815"/>
              </a:xfrm>
              <a:prstGeom prst="diamond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sp>
            <p:nvSpPr>
              <p:cNvPr id="299" name="CaixaDeTexto 298"/>
              <p:cNvSpPr txBox="1"/>
              <p:nvPr/>
            </p:nvSpPr>
            <p:spPr>
              <a:xfrm>
                <a:off x="8207502" y="5124163"/>
                <a:ext cx="412145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400" b="1" u="sng" dirty="0">
                    <a:solidFill>
                      <a:srgbClr val="78370A"/>
                    </a:solidFill>
                    <a:latin typeface="Arial Black" panose="020B0A04020102020204" pitchFamily="34" charset="0"/>
                  </a:rPr>
                  <a:t>GM/SM</a:t>
                </a:r>
              </a:p>
            </p:txBody>
          </p:sp>
        </p:grpSp>
        <p:pic>
          <p:nvPicPr>
            <p:cNvPr id="396" name="Imagem 395"/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9461" y="6774389"/>
              <a:ext cx="69220" cy="73734"/>
            </a:xfrm>
            <a:prstGeom prst="rect">
              <a:avLst/>
            </a:prstGeom>
          </p:spPr>
        </p:pic>
      </p:grpSp>
      <p:pic>
        <p:nvPicPr>
          <p:cNvPr id="399" name="Imagem 398"/>
          <p:cNvPicPr>
            <a:picLocks noChangeAspect="1"/>
          </p:cNvPicPr>
          <p:nvPr/>
        </p:nvPicPr>
        <p:blipFill>
          <a:blip r:embed="rId8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71322" y="5723466"/>
            <a:ext cx="69220" cy="73734"/>
          </a:xfrm>
          <a:prstGeom prst="rect">
            <a:avLst/>
          </a:prstGeom>
        </p:spPr>
      </p:pic>
      <p:sp>
        <p:nvSpPr>
          <p:cNvPr id="400" name="CaixaDeTexto 399"/>
          <p:cNvSpPr txBox="1"/>
          <p:nvPr/>
        </p:nvSpPr>
        <p:spPr>
          <a:xfrm>
            <a:off x="2148096" y="8589532"/>
            <a:ext cx="468000" cy="2376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950" b="1" dirty="0"/>
              <a:t>Custo</a:t>
            </a:r>
          </a:p>
        </p:txBody>
      </p:sp>
      <p:sp>
        <p:nvSpPr>
          <p:cNvPr id="401" name="CaixaDeTexto 400"/>
          <p:cNvSpPr txBox="1"/>
          <p:nvPr/>
        </p:nvSpPr>
        <p:spPr>
          <a:xfrm>
            <a:off x="7201393" y="8497622"/>
            <a:ext cx="468000" cy="2376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950" b="1" dirty="0"/>
              <a:t>Prazo</a:t>
            </a:r>
          </a:p>
        </p:txBody>
      </p:sp>
      <p:sp>
        <p:nvSpPr>
          <p:cNvPr id="402" name="CaixaDeTexto 401"/>
          <p:cNvSpPr txBox="1"/>
          <p:nvPr/>
        </p:nvSpPr>
        <p:spPr>
          <a:xfrm>
            <a:off x="1594522" y="8589532"/>
            <a:ext cx="536400" cy="2376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950" b="1" dirty="0"/>
              <a:t>Escopo</a:t>
            </a:r>
          </a:p>
        </p:txBody>
      </p:sp>
      <p:cxnSp>
        <p:nvCxnSpPr>
          <p:cNvPr id="185" name="Conector Angulado 184"/>
          <p:cNvCxnSpPr>
            <a:stCxn id="77" idx="1"/>
            <a:endCxn id="66" idx="0"/>
          </p:cNvCxnSpPr>
          <p:nvPr/>
        </p:nvCxnSpPr>
        <p:spPr>
          <a:xfrm rot="10800000" flipV="1">
            <a:off x="10124692" y="1216385"/>
            <a:ext cx="568520" cy="211785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88" name="Imagem 187">
            <a:hlinkClick r:id="rId9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812" y="5784479"/>
            <a:ext cx="216000" cy="216000"/>
          </a:xfrm>
          <a:prstGeom prst="rect">
            <a:avLst/>
          </a:prstGeom>
        </p:spPr>
      </p:pic>
      <p:pic>
        <p:nvPicPr>
          <p:cNvPr id="183" name="Imagem 182">
            <a:hlinkClick r:id="rId10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275" y="5694479"/>
            <a:ext cx="180000" cy="180000"/>
          </a:xfrm>
          <a:prstGeom prst="rect">
            <a:avLst/>
          </a:prstGeom>
        </p:spPr>
      </p:pic>
      <p:grpSp>
        <p:nvGrpSpPr>
          <p:cNvPr id="15" name="Agrupar 14"/>
          <p:cNvGrpSpPr/>
          <p:nvPr/>
        </p:nvGrpSpPr>
        <p:grpSpPr>
          <a:xfrm>
            <a:off x="2893949" y="334424"/>
            <a:ext cx="1296000" cy="1807914"/>
            <a:chOff x="2892383" y="361152"/>
            <a:chExt cx="1296000" cy="1807914"/>
          </a:xfrm>
        </p:grpSpPr>
        <p:sp>
          <p:nvSpPr>
            <p:cNvPr id="103" name="Fluxograma: Processo Alternativo 102"/>
            <p:cNvSpPr/>
            <p:nvPr/>
          </p:nvSpPr>
          <p:spPr>
            <a:xfrm>
              <a:off x="2892383" y="903790"/>
              <a:ext cx="1296000" cy="180000"/>
            </a:xfrm>
            <a:prstGeom prst="flowChartAlternateProcess">
              <a:avLst/>
            </a:prstGeom>
            <a:solidFill>
              <a:srgbClr val="002B4C"/>
            </a:solidFill>
            <a:ln>
              <a:solidFill>
                <a:srgbClr val="29A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Plano de projeto</a:t>
              </a:r>
            </a:p>
          </p:txBody>
        </p:sp>
        <p:sp>
          <p:nvSpPr>
            <p:cNvPr id="104" name="Fluxograma: Processo Alternativo 103"/>
            <p:cNvSpPr/>
            <p:nvPr/>
          </p:nvSpPr>
          <p:spPr>
            <a:xfrm>
              <a:off x="2892383" y="1175109"/>
              <a:ext cx="1296000" cy="180000"/>
            </a:xfrm>
            <a:prstGeom prst="flowChartAlternateProcess">
              <a:avLst/>
            </a:prstGeom>
            <a:solidFill>
              <a:srgbClr val="002B4C"/>
            </a:solidFill>
            <a:ln>
              <a:solidFill>
                <a:srgbClr val="29A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PPT</a:t>
              </a:r>
            </a:p>
          </p:txBody>
        </p:sp>
        <p:sp>
          <p:nvSpPr>
            <p:cNvPr id="105" name="Fluxograma: Processo Alternativo 104"/>
            <p:cNvSpPr/>
            <p:nvPr/>
          </p:nvSpPr>
          <p:spPr>
            <a:xfrm>
              <a:off x="2892383" y="1717747"/>
              <a:ext cx="1296000" cy="180000"/>
            </a:xfrm>
            <a:prstGeom prst="flowChartAlternateProcess">
              <a:avLst/>
            </a:prstGeom>
            <a:solidFill>
              <a:srgbClr val="002B4C"/>
            </a:solidFill>
            <a:ln>
              <a:solidFill>
                <a:srgbClr val="29A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Planilha de PEP</a:t>
              </a:r>
            </a:p>
          </p:txBody>
        </p:sp>
        <p:sp>
          <p:nvSpPr>
            <p:cNvPr id="106" name="Fluxograma: Processo Alternativo 105"/>
            <p:cNvSpPr/>
            <p:nvPr/>
          </p:nvSpPr>
          <p:spPr>
            <a:xfrm>
              <a:off x="2892383" y="1989066"/>
              <a:ext cx="1296000" cy="180000"/>
            </a:xfrm>
            <a:prstGeom prst="flowChartAlternateProcess">
              <a:avLst/>
            </a:prstGeom>
            <a:solidFill>
              <a:srgbClr val="002B4C"/>
            </a:solidFill>
            <a:ln>
              <a:solidFill>
                <a:srgbClr val="29A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Viabilidade</a:t>
              </a:r>
            </a:p>
          </p:txBody>
        </p:sp>
        <p:sp>
          <p:nvSpPr>
            <p:cNvPr id="112" name="Fluxograma: Processo Alternativo 111"/>
            <p:cNvSpPr/>
            <p:nvPr/>
          </p:nvSpPr>
          <p:spPr>
            <a:xfrm>
              <a:off x="2892383" y="1446428"/>
              <a:ext cx="1296000" cy="180000"/>
            </a:xfrm>
            <a:prstGeom prst="flowChartAlternateProcess">
              <a:avLst/>
            </a:prstGeom>
            <a:solidFill>
              <a:srgbClr val="002B4C"/>
            </a:solidFill>
            <a:ln>
              <a:solidFill>
                <a:srgbClr val="29A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Plano de Desembolso</a:t>
              </a:r>
            </a:p>
          </p:txBody>
        </p:sp>
        <p:sp>
          <p:nvSpPr>
            <p:cNvPr id="234" name="Fluxograma: Processo Alternativo 233"/>
            <p:cNvSpPr/>
            <p:nvPr/>
          </p:nvSpPr>
          <p:spPr>
            <a:xfrm>
              <a:off x="2892383" y="632471"/>
              <a:ext cx="1296000" cy="180000"/>
            </a:xfrm>
            <a:prstGeom prst="flowChartAlternateProcess">
              <a:avLst/>
            </a:prstGeom>
            <a:solidFill>
              <a:srgbClr val="002B4C"/>
            </a:solidFill>
            <a:ln>
              <a:solidFill>
                <a:srgbClr val="29A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Discovery</a:t>
              </a:r>
            </a:p>
          </p:txBody>
        </p:sp>
        <p:sp>
          <p:nvSpPr>
            <p:cNvPr id="186" name="Fluxograma: Processo Alternativo 185"/>
            <p:cNvSpPr/>
            <p:nvPr/>
          </p:nvSpPr>
          <p:spPr>
            <a:xfrm>
              <a:off x="2892383" y="361152"/>
              <a:ext cx="1296000" cy="180000"/>
            </a:xfrm>
            <a:prstGeom prst="flowChartAlternateProcess">
              <a:avLst/>
            </a:prstGeom>
            <a:solidFill>
              <a:srgbClr val="002B4C"/>
            </a:solidFill>
            <a:ln>
              <a:solidFill>
                <a:srgbClr val="29A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Cadastro de Riscos do PR</a:t>
              </a:r>
            </a:p>
          </p:txBody>
        </p:sp>
      </p:grpSp>
      <p:cxnSp>
        <p:nvCxnSpPr>
          <p:cNvPr id="187" name="Conector Angulado 186"/>
          <p:cNvCxnSpPr>
            <a:stCxn id="186" idx="1"/>
            <a:endCxn id="95" idx="3"/>
          </p:cNvCxnSpPr>
          <p:nvPr/>
        </p:nvCxnSpPr>
        <p:spPr>
          <a:xfrm rot="10800000" flipV="1">
            <a:off x="2634517" y="424423"/>
            <a:ext cx="259432" cy="8139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4" name="Conector Angulado 193"/>
          <p:cNvCxnSpPr>
            <a:stCxn id="42" idx="3"/>
            <a:endCxn id="195" idx="2"/>
          </p:cNvCxnSpPr>
          <p:nvPr/>
        </p:nvCxnSpPr>
        <p:spPr>
          <a:xfrm flipV="1">
            <a:off x="6305429" y="1732600"/>
            <a:ext cx="356403" cy="190457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5" name="Fluxograma: Processo Alternativo 194"/>
          <p:cNvSpPr/>
          <p:nvPr/>
        </p:nvSpPr>
        <p:spPr>
          <a:xfrm>
            <a:off x="6240067" y="1126742"/>
            <a:ext cx="843530" cy="605858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Revisão do plano de desembolso</a:t>
            </a:r>
          </a:p>
        </p:txBody>
      </p:sp>
      <p:cxnSp>
        <p:nvCxnSpPr>
          <p:cNvPr id="197" name="Conector Angulado 196"/>
          <p:cNvCxnSpPr>
            <a:stCxn id="195" idx="3"/>
            <a:endCxn id="63" idx="0"/>
          </p:cNvCxnSpPr>
          <p:nvPr/>
        </p:nvCxnSpPr>
        <p:spPr>
          <a:xfrm>
            <a:off x="7083597" y="1429671"/>
            <a:ext cx="409153" cy="190457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2" name="Fluxograma: Processo Alternativo 201"/>
          <p:cNvSpPr/>
          <p:nvPr/>
        </p:nvSpPr>
        <p:spPr>
          <a:xfrm>
            <a:off x="8665407" y="7293291"/>
            <a:ext cx="828000" cy="252000"/>
          </a:xfrm>
          <a:prstGeom prst="flowChartAlternateProcess">
            <a:avLst/>
          </a:prstGeom>
          <a:solidFill>
            <a:srgbClr val="05A7B3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Homologação</a:t>
            </a:r>
          </a:p>
        </p:txBody>
      </p:sp>
      <p:cxnSp>
        <p:nvCxnSpPr>
          <p:cNvPr id="209" name="Conector de Seta Reta 208"/>
          <p:cNvCxnSpPr>
            <a:stCxn id="122" idx="3"/>
            <a:endCxn id="202" idx="1"/>
          </p:cNvCxnSpPr>
          <p:nvPr/>
        </p:nvCxnSpPr>
        <p:spPr>
          <a:xfrm>
            <a:off x="7993485" y="7419291"/>
            <a:ext cx="67192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8" name="Fluxograma: Processo Alternativo 207"/>
          <p:cNvSpPr/>
          <p:nvPr/>
        </p:nvSpPr>
        <p:spPr>
          <a:xfrm>
            <a:off x="9668458" y="7293291"/>
            <a:ext cx="828000" cy="252000"/>
          </a:xfrm>
          <a:prstGeom prst="flowChartAlternateProcess">
            <a:avLst/>
          </a:prstGeom>
          <a:solidFill>
            <a:srgbClr val="05A7B3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Operação Assistida</a:t>
            </a:r>
          </a:p>
        </p:txBody>
      </p:sp>
      <p:cxnSp>
        <p:nvCxnSpPr>
          <p:cNvPr id="211" name="Conector de Seta Reta 210"/>
          <p:cNvCxnSpPr>
            <a:stCxn id="202" idx="3"/>
            <a:endCxn id="208" idx="1"/>
          </p:cNvCxnSpPr>
          <p:nvPr/>
        </p:nvCxnSpPr>
        <p:spPr>
          <a:xfrm>
            <a:off x="9493407" y="7419291"/>
            <a:ext cx="1750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1" name="Losango 380"/>
          <p:cNvSpPr/>
          <p:nvPr/>
        </p:nvSpPr>
        <p:spPr>
          <a:xfrm>
            <a:off x="8260764" y="7329291"/>
            <a:ext cx="180000" cy="180000"/>
          </a:xfrm>
          <a:prstGeom prst="diamond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cxnSp>
        <p:nvCxnSpPr>
          <p:cNvPr id="89" name="Conector Angulado 88"/>
          <p:cNvCxnSpPr>
            <a:stCxn id="143" idx="1"/>
          </p:cNvCxnSpPr>
          <p:nvPr/>
        </p:nvCxnSpPr>
        <p:spPr>
          <a:xfrm rot="10800000" flipV="1">
            <a:off x="10645816" y="7421268"/>
            <a:ext cx="948348" cy="398271"/>
          </a:xfrm>
          <a:prstGeom prst="bentConnector3">
            <a:avLst>
              <a:gd name="adj1" fmla="val 11898"/>
            </a:avLst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73" name="Agrupar 172"/>
          <p:cNvGrpSpPr/>
          <p:nvPr/>
        </p:nvGrpSpPr>
        <p:grpSpPr>
          <a:xfrm>
            <a:off x="10645815" y="7143516"/>
            <a:ext cx="3192649" cy="1282219"/>
            <a:chOff x="10958051" y="7453003"/>
            <a:chExt cx="3192649" cy="1282219"/>
          </a:xfrm>
        </p:grpSpPr>
        <p:grpSp>
          <p:nvGrpSpPr>
            <p:cNvPr id="133" name="Agrupar 132"/>
            <p:cNvGrpSpPr/>
            <p:nvPr/>
          </p:nvGrpSpPr>
          <p:grpSpPr>
            <a:xfrm>
              <a:off x="11906400" y="7453003"/>
              <a:ext cx="1111013" cy="555506"/>
              <a:chOff x="11194374" y="4984633"/>
              <a:chExt cx="1111013" cy="555506"/>
            </a:xfrm>
            <a:solidFill>
              <a:srgbClr val="03575D"/>
            </a:solidFill>
          </p:grpSpPr>
          <p:sp>
            <p:nvSpPr>
              <p:cNvPr id="143" name="Fluxograma: Processo Alternativo 142">
                <a:hlinkClick r:id="" action="ppaction://noaction"/>
              </p:cNvPr>
              <p:cNvSpPr/>
              <p:nvPr/>
            </p:nvSpPr>
            <p:spPr>
              <a:xfrm>
                <a:off x="11194374" y="4984633"/>
                <a:ext cx="1111013" cy="555506"/>
              </a:xfrm>
              <a:prstGeom prst="flowChartAlternateProcess">
                <a:avLst/>
              </a:prstGeom>
              <a:grpFill/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831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Tombamento</a:t>
                </a:r>
              </a:p>
            </p:txBody>
          </p:sp>
          <p:pic>
            <p:nvPicPr>
              <p:cNvPr id="145" name="Imagem 144">
                <a:hlinkClick r:id="rId11"/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069427" y="5295796"/>
                <a:ext cx="227207" cy="227207"/>
              </a:xfrm>
              <a:prstGeom prst="rect">
                <a:avLst/>
              </a:prstGeom>
              <a:grpFill/>
            </p:spPr>
          </p:pic>
        </p:grpSp>
        <p:sp>
          <p:nvSpPr>
            <p:cNvPr id="178" name="Fluxograma: Processo Alternativo 177"/>
            <p:cNvSpPr/>
            <p:nvPr/>
          </p:nvSpPr>
          <p:spPr>
            <a:xfrm>
              <a:off x="11027907" y="8238550"/>
              <a:ext cx="720000" cy="396000"/>
            </a:xfrm>
            <a:prstGeom prst="flowChartAlternateProcess">
              <a:avLst/>
            </a:prstGeom>
            <a:solidFill>
              <a:srgbClr val="03575D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3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Checklist</a:t>
              </a:r>
            </a:p>
          </p:txBody>
        </p:sp>
        <p:sp>
          <p:nvSpPr>
            <p:cNvPr id="179" name="Fluxograma: Processo Alternativo 178"/>
            <p:cNvSpPr/>
            <p:nvPr/>
          </p:nvSpPr>
          <p:spPr>
            <a:xfrm>
              <a:off x="11872790" y="8238550"/>
              <a:ext cx="1188000" cy="396000"/>
            </a:xfrm>
            <a:prstGeom prst="flowChartAlternateProcess">
              <a:avLst/>
            </a:prstGeom>
            <a:solidFill>
              <a:srgbClr val="03575D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Reuniões </a:t>
              </a:r>
            </a:p>
            <a:p>
              <a:pPr algn="ctr"/>
              <a:r>
                <a:rPr lang="pt-BR" sz="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Pré-Tomabmaneto</a:t>
              </a:r>
            </a:p>
            <a:p>
              <a:pPr algn="ctr"/>
              <a:r>
                <a:rPr lang="pt-BR" sz="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 Tombamento</a:t>
              </a:r>
            </a:p>
          </p:txBody>
        </p:sp>
        <p:sp>
          <p:nvSpPr>
            <p:cNvPr id="182" name="Fluxograma: Processo Alternativo 181"/>
            <p:cNvSpPr/>
            <p:nvPr/>
          </p:nvSpPr>
          <p:spPr>
            <a:xfrm>
              <a:off x="13185673" y="8238550"/>
              <a:ext cx="864000" cy="396000"/>
            </a:xfrm>
            <a:prstGeom prst="flowChartAlternateProcess">
              <a:avLst/>
            </a:prstGeom>
            <a:solidFill>
              <a:srgbClr val="03575D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3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Comunicado</a:t>
              </a:r>
            </a:p>
          </p:txBody>
        </p:sp>
        <p:cxnSp>
          <p:nvCxnSpPr>
            <p:cNvPr id="292" name="Conector Angulado 291"/>
            <p:cNvCxnSpPr>
              <a:stCxn id="182" idx="0"/>
              <a:endCxn id="143" idx="2"/>
            </p:cNvCxnSpPr>
            <p:nvPr/>
          </p:nvCxnSpPr>
          <p:spPr>
            <a:xfrm rot="16200000" flipV="1">
              <a:off x="12924770" y="7545647"/>
              <a:ext cx="230041" cy="1155766"/>
            </a:xfrm>
            <a:prstGeom prst="bentConnector3">
              <a:avLst>
                <a:gd name="adj1" fmla="val 3717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210" name="Imagem 209">
              <a:hlinkClick r:id="rId12"/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78588" y="8475163"/>
              <a:ext cx="154296" cy="154296"/>
            </a:xfrm>
            <a:prstGeom prst="rect">
              <a:avLst/>
            </a:prstGeom>
          </p:spPr>
        </p:pic>
        <p:cxnSp>
          <p:nvCxnSpPr>
            <p:cNvPr id="239" name="Conector Angulado 238"/>
            <p:cNvCxnSpPr/>
            <p:nvPr/>
          </p:nvCxnSpPr>
          <p:spPr>
            <a:xfrm>
              <a:off x="10958051" y="8129026"/>
              <a:ext cx="3192649" cy="606196"/>
            </a:xfrm>
            <a:prstGeom prst="bentConnector3">
              <a:avLst>
                <a:gd name="adj1" fmla="val 110"/>
              </a:avLst>
            </a:prstGeom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>
              <a:reflection blurRad="6350" stA="52000" endA="300" endPos="35000" dir="5400000" sy="-100000" algn="bl" rotWithShape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9" name="Conector Angulado 258"/>
            <p:cNvCxnSpPr>
              <a:stCxn id="143" idx="3"/>
            </p:cNvCxnSpPr>
            <p:nvPr/>
          </p:nvCxnSpPr>
          <p:spPr>
            <a:xfrm>
              <a:off x="13017413" y="7730756"/>
              <a:ext cx="1133287" cy="1004465"/>
            </a:xfrm>
            <a:prstGeom prst="bentConnector3">
              <a:avLst>
                <a:gd name="adj1" fmla="val 99453"/>
              </a:avLst>
            </a:prstGeom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>
              <a:reflection blurRad="6350" stA="52000" endA="300" endPos="35000" dir="5400000" sy="-100000" algn="bl" rotWithShape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269" name="Conector de Seta Reta 268"/>
          <p:cNvCxnSpPr>
            <a:stCxn id="258" idx="0"/>
            <a:endCxn id="86" idx="2"/>
          </p:cNvCxnSpPr>
          <p:nvPr/>
        </p:nvCxnSpPr>
        <p:spPr>
          <a:xfrm flipV="1">
            <a:off x="13075272" y="3929573"/>
            <a:ext cx="0" cy="12772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5430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4_Capas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BDCCD4"/>
        </a:solidFill>
        <a:ln w="25400">
          <a:noFill/>
          <a:headEnd type="oval" w="lg" len="lg"/>
          <a:tailEnd type="oval" w="lg" len="lg"/>
        </a:ln>
      </a:spPr>
      <a:bodyPr rtlCol="0" anchor="ctr"/>
      <a:lstStyle>
        <a:defPPr algn="ctr">
          <a:defRPr sz="2800" dirty="0">
            <a:latin typeface="Verdana" panose="020B0604030504040204" pitchFamily="34" charset="0"/>
            <a:ea typeface="Verdana" panose="020B0604030504040204" pitchFamily="34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5400">
          <a:solidFill>
            <a:schemeClr val="accent2"/>
          </a:solidFill>
          <a:headEnd type="oval" w="lg" len="lg"/>
          <a:tailEnd type="oval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800" dirty="0" err="1" smtClean="0">
            <a:latin typeface="Verdana" panose="020B0604030504040204" pitchFamily="34" charset="0"/>
            <a:ea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umo_Template_PPT" id="{8B3A3C80-BAC8-4D02-9137-A6EF001D0E72}" vid="{8ACBFB03-C2D1-441A-ADA8-5D7B1FC7CE7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7_Capas">
  <a:themeElements>
    <a:clrScheme name="Livelo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50091"/>
      </a:accent1>
      <a:accent2>
        <a:srgbClr val="2F237C"/>
      </a:accent2>
      <a:accent3>
        <a:srgbClr val="FFCD24"/>
      </a:accent3>
      <a:accent4>
        <a:srgbClr val="28AAB9"/>
      </a:accent4>
      <a:accent5>
        <a:srgbClr val="AFC93C"/>
      </a:accent5>
      <a:accent6>
        <a:srgbClr val="190F55"/>
      </a:accent6>
      <a:hlink>
        <a:srgbClr val="C8C8C8"/>
      </a:hlink>
      <a:folHlink>
        <a:srgbClr val="93939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alpha val="74902"/>
          </a:schemeClr>
        </a:solidFill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100" b="0" i="0" u="none" strike="noStrike" kern="1200" cap="none" spc="0" normalizeH="0" baseline="0" noProof="0" dirty="0">
            <a:ln>
              <a:noFill/>
            </a:ln>
            <a:solidFill>
              <a:schemeClr val="bg1"/>
            </a:solidFill>
            <a:effectLst/>
            <a:uLnTx/>
            <a:uFillTx/>
            <a:latin typeface="Calibri" panose="020F0502020204030204"/>
            <a:ea typeface="+mn-ea"/>
            <a:cs typeface="+mn-cs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3_Capas">
  <a:themeElements>
    <a:clrScheme name="Livelo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50091"/>
      </a:accent1>
      <a:accent2>
        <a:srgbClr val="2F237C"/>
      </a:accent2>
      <a:accent3>
        <a:srgbClr val="FFCD24"/>
      </a:accent3>
      <a:accent4>
        <a:srgbClr val="28AAB9"/>
      </a:accent4>
      <a:accent5>
        <a:srgbClr val="AFC93C"/>
      </a:accent5>
      <a:accent6>
        <a:srgbClr val="190F55"/>
      </a:accent6>
      <a:hlink>
        <a:srgbClr val="C8C8C8"/>
      </a:hlink>
      <a:folHlink>
        <a:srgbClr val="93939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Capas">
  <a:themeElements>
    <a:clrScheme name="Livelo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50091"/>
      </a:accent1>
      <a:accent2>
        <a:srgbClr val="2F237C"/>
      </a:accent2>
      <a:accent3>
        <a:srgbClr val="FFCD24"/>
      </a:accent3>
      <a:accent4>
        <a:srgbClr val="28AAB9"/>
      </a:accent4>
      <a:accent5>
        <a:srgbClr val="AFC93C"/>
      </a:accent5>
      <a:accent6>
        <a:srgbClr val="190F55"/>
      </a:accent6>
      <a:hlink>
        <a:srgbClr val="C8C8C8"/>
      </a:hlink>
      <a:folHlink>
        <a:srgbClr val="93939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Capas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8_Capas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3FB6C4D3212641AB4852F03AA6B890" ma:contentTypeVersion="14" ma:contentTypeDescription="Crie um novo documento." ma:contentTypeScope="" ma:versionID="1e4164c96afad3c7cb668b26ac0a19e4">
  <xsd:schema xmlns:xsd="http://www.w3.org/2001/XMLSchema" xmlns:xs="http://www.w3.org/2001/XMLSchema" xmlns:p="http://schemas.microsoft.com/office/2006/metadata/properties" xmlns:ns2="49850534-d644-4684-9635-bae1e7f1fd4a" xmlns:ns3="52910c4a-ca7d-438b-9ae3-37643cfe48d6" targetNamespace="http://schemas.microsoft.com/office/2006/metadata/properties" ma:root="true" ma:fieldsID="3d3853ab892f33c862fdef86e6804595" ns2:_="" ns3:_="">
    <xsd:import namespace="49850534-d644-4684-9635-bae1e7f1fd4a"/>
    <xsd:import namespace="52910c4a-ca7d-438b-9ae3-37643cfe48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850534-d644-4684-9635-bae1e7f1fd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4c7b921-c687-413c-ae19-3cd2bdf70d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910c4a-ca7d-438b-9ae3-37643cfe48d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3a538a71-59b4-43bf-bef9-2c1d16b1b0a9}" ma:internalName="TaxCatchAll" ma:showField="CatchAllData" ma:web="52910c4a-ca7d-438b-9ae3-37643cfe48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2910c4a-ca7d-438b-9ae3-37643cfe48d6">
      <UserInfo>
        <DisplayName>Priscilla Diniz Marson Carvalho</DisplayName>
        <AccountId>13</AccountId>
        <AccountType/>
      </UserInfo>
      <UserInfo>
        <DisplayName>Victor Lira Bergamini</DisplayName>
        <AccountId>9</AccountId>
        <AccountType/>
      </UserInfo>
      <UserInfo>
        <DisplayName>Roberto Niederle de Abreu</DisplayName>
        <AccountId>14</AccountId>
        <AccountType/>
      </UserInfo>
      <UserInfo>
        <DisplayName>Marcelo Prudente Martins de Luna</DisplayName>
        <AccountId>15</AccountId>
        <AccountType/>
      </UserInfo>
      <UserInfo>
        <DisplayName>Rodrigo De Souza</DisplayName>
        <AccountId>16</AccountId>
        <AccountType/>
      </UserInfo>
      <UserInfo>
        <DisplayName>Roni Silvio Baiak Junior</DisplayName>
        <AccountId>17</AccountId>
        <AccountType/>
      </UserInfo>
      <UserInfo>
        <DisplayName>Mayara Bruno da Cunha</DisplayName>
        <AccountId>22</AccountId>
        <AccountType/>
      </UserInfo>
    </SharedWithUsers>
    <TaxCatchAll xmlns="52910c4a-ca7d-438b-9ae3-37643cfe48d6" xsi:nil="true"/>
    <lcf76f155ced4ddcb4097134ff3c332f xmlns="49850534-d644-4684-9635-bae1e7f1fd4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0654B30-A997-49DB-BA31-C933F3C7F9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850534-d644-4684-9635-bae1e7f1fd4a"/>
    <ds:schemaRef ds:uri="52910c4a-ca7d-438b-9ae3-37643cfe48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EBCE54-1433-4BB0-AFB7-063A311827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82096D-C641-47B0-9069-81E98DD0017C}">
  <ds:schemaRefs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d6504a27-a8e0-4d25-aed1-af26c2219d21"/>
    <ds:schemaRef ds:uri="fc987676-75bc-4443-a0ba-b7923657becc"/>
    <ds:schemaRef ds:uri="http://schemas.microsoft.com/office/2006/metadata/properties"/>
    <ds:schemaRef ds:uri="52910c4a-ca7d-438b-9ae3-37643cfe48d6"/>
    <ds:schemaRef ds:uri="49850534-d644-4684-9635-bae1e7f1fd4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21916</TotalTime>
  <Words>2644</Words>
  <Application>Microsoft Office PowerPoint</Application>
  <PresentationFormat>Personalizar</PresentationFormat>
  <Paragraphs>478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7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4_Capas</vt:lpstr>
      <vt:lpstr>Personalizar design</vt:lpstr>
      <vt:lpstr>17_Capas</vt:lpstr>
      <vt:lpstr>23_Capas</vt:lpstr>
      <vt:lpstr>6_Capas</vt:lpstr>
      <vt:lpstr>7_Capas</vt:lpstr>
      <vt:lpstr>18_Capas</vt:lpstr>
      <vt:lpstr>Apresentação do PowerPoint</vt:lpstr>
    </vt:vector>
  </TitlesOfParts>
  <Company>Rumo Logistíca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Natalia Albuquerque</dc:creator>
  <cp:lastModifiedBy>Mayara Bruno da Cunha</cp:lastModifiedBy>
  <cp:revision>237</cp:revision>
  <dcterms:created xsi:type="dcterms:W3CDTF">2023-08-01T13:54:22Z</dcterms:created>
  <dcterms:modified xsi:type="dcterms:W3CDTF">2026-02-10T16:24:12Z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38d13a-497c-430a-a45f-2646ad695914_Enabled">
    <vt:lpwstr>true</vt:lpwstr>
  </property>
  <property fmtid="{D5CDD505-2E9C-101B-9397-08002B2CF9AE}" pid="3" name="MSIP_Label_b438d13a-497c-430a-a45f-2646ad695914_SetDate">
    <vt:lpwstr>2023-10-17T20:34:40Z</vt:lpwstr>
  </property>
  <property fmtid="{D5CDD505-2E9C-101B-9397-08002B2CF9AE}" pid="4" name="MSIP_Label_b438d13a-497c-430a-a45f-2646ad695914_Method">
    <vt:lpwstr>Privileged</vt:lpwstr>
  </property>
  <property fmtid="{D5CDD505-2E9C-101B-9397-08002B2CF9AE}" pid="5" name="MSIP_Label_b438d13a-497c-430a-a45f-2646ad695914_Name">
    <vt:lpwstr>Interno</vt:lpwstr>
  </property>
  <property fmtid="{D5CDD505-2E9C-101B-9397-08002B2CF9AE}" pid="6" name="MSIP_Label_b438d13a-497c-430a-a45f-2646ad695914_SiteId">
    <vt:lpwstr>837ce9c2-30fa-4613-b9ee-1f114ce71ff1</vt:lpwstr>
  </property>
  <property fmtid="{D5CDD505-2E9C-101B-9397-08002B2CF9AE}" pid="7" name="MSIP_Label_b438d13a-497c-430a-a45f-2646ad695914_ActionId">
    <vt:lpwstr>5122f785-619c-422c-a326-7d878e2dc72e</vt:lpwstr>
  </property>
  <property fmtid="{D5CDD505-2E9C-101B-9397-08002B2CF9AE}" pid="8" name="MSIP_Label_b438d13a-497c-430a-a45f-2646ad695914_ContentBits">
    <vt:lpwstr>2</vt:lpwstr>
  </property>
  <property fmtid="{D5CDD505-2E9C-101B-9397-08002B2CF9AE}" pid="9" name="ContentTypeId">
    <vt:lpwstr>0x010100CE3FB6C4D3212641AB4852F03AA6B890</vt:lpwstr>
  </property>
  <property fmtid="{D5CDD505-2E9C-101B-9397-08002B2CF9AE}" pid="10" name="MediaServiceImageTags">
    <vt:lpwstr/>
  </property>
  <property fmtid="{D5CDD505-2E9C-101B-9397-08002B2CF9AE}" pid="11" name="xd_ProgID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  <property fmtid="{D5CDD505-2E9C-101B-9397-08002B2CF9AE}" pid="16" name="xd_Signature">
    <vt:lpwstr/>
  </property>
  <property fmtid="{D5CDD505-2E9C-101B-9397-08002B2CF9AE}" pid="17" name="SharedWithUsers">
    <vt:lpwstr>13;#Priscilla Diniz Marson Carvalho;#9;#Victor Lira Bergamini;#14;#Roberto Niederle de Abreu;#15;#Marcelo Prudente Martins de Luna;#16;#Rodrigo De Souza;#17;#Roni Silvio Baiak Junior;#22;#Mayara Bruno da Cunha</vt:lpwstr>
  </property>
</Properties>
</file>